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962FF"/>
                </a:solidFill>
                <a:latin typeface="PingFang TC"/>
              </a:defRPr>
            </a:pPr>
            <a:r>
              <a:t>頌  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  <a:latin typeface="PingFang TC"/>
              </a:defRPr>
            </a:pPr>
            <a:r>
              <a:t>讚美真神萬福之根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3200">
                <a:solidFill>
                  <a:srgbClr val="1E293B"/>
                </a:solidFill>
                <a:latin typeface="PingFang TC"/>
              </a:defRPr>
            </a:pPr>
            <a:r>
              <a:t>讚美真神萬福之根</a:t>
            </a:r>
          </a:p>
          <a:p>
            <a:pPr algn="ctr">
              <a:spcBef>
                <a:spcPts val="1200"/>
              </a:spcBef>
              <a:defRPr sz="3200">
                <a:solidFill>
                  <a:srgbClr val="1E293B"/>
                </a:solidFill>
                <a:latin typeface="PingFang TC"/>
              </a:defRPr>
            </a:pPr>
            <a:r>
              <a:t>世上萬民讚美主恩</a:t>
            </a:r>
          </a:p>
          <a:p>
            <a:pPr algn="ctr">
              <a:spcBef>
                <a:spcPts val="1200"/>
              </a:spcBef>
              <a:defRPr sz="3200">
                <a:solidFill>
                  <a:srgbClr val="1E293B"/>
                </a:solidFill>
                <a:latin typeface="PingFang TC"/>
              </a:defRPr>
            </a:pPr>
            <a:r>
              <a:t>天使天軍讚美主名</a:t>
            </a:r>
          </a:p>
          <a:p>
            <a:pPr algn="ctr">
              <a:spcBef>
                <a:spcPts val="1200"/>
              </a:spcBef>
              <a:defRPr sz="3200">
                <a:solidFill>
                  <a:srgbClr val="1E293B"/>
                </a:solidFill>
                <a:latin typeface="PingFang TC"/>
              </a:defRPr>
            </a:pPr>
            <a:r>
              <a:t>讚美聖父聖子聖靈</a:t>
            </a:r>
          </a:p>
          <a:p>
            <a:pPr algn="ctr">
              <a:spcBef>
                <a:spcPts val="1200"/>
              </a:spcBef>
              <a:defRPr sz="3200">
                <a:solidFill>
                  <a:srgbClr val="1E293B"/>
                </a:solidFill>
                <a:latin typeface="PingFang TC"/>
              </a:defRPr>
            </a:pPr>
            <a:r>
              <a:t>阿們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62FF"/>
                </a:solidFill>
                <a:latin typeface="PingFang TC"/>
              </a:defRPr>
            </a:pPr>
            <a:r>
              <a:t>羅馬書 3:23-24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>
                <a:solidFill>
                  <a:srgbClr val="1E293B"/>
                </a:solidFill>
                <a:latin typeface="PingFang TC"/>
              </a:defRPr>
            </a:pPr>
            <a:r>
              <a:t>因為世人都犯了罪，虧缺了　神的榮耀；如今卻蒙　神的恩典，因基督耶穌的救贖，就白白地稱義。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