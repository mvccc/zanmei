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514"/>
        </a:solidFill>
        <a:effectLst/>
        <a:uFillTx/>
        <a:latin typeface="+mj-lt"/>
        <a:ea typeface="+mj-ea"/>
        <a:cs typeface="+mj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514"/>
        </a:solidFill>
        <a:effectLst/>
        <a:uFillTx/>
        <a:latin typeface="+mj-lt"/>
        <a:ea typeface="+mj-ea"/>
        <a:cs typeface="+mj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514"/>
        </a:solidFill>
        <a:effectLst/>
        <a:uFillTx/>
        <a:latin typeface="+mj-lt"/>
        <a:ea typeface="+mj-ea"/>
        <a:cs typeface="+mj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514"/>
        </a:solidFill>
        <a:effectLst/>
        <a:uFillTx/>
        <a:latin typeface="+mj-lt"/>
        <a:ea typeface="+mj-ea"/>
        <a:cs typeface="+mj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514"/>
        </a:solidFill>
        <a:effectLst/>
        <a:uFillTx/>
        <a:latin typeface="+mj-lt"/>
        <a:ea typeface="+mj-ea"/>
        <a:cs typeface="+mj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514"/>
        </a:solidFill>
        <a:effectLst/>
        <a:uFillTx/>
        <a:latin typeface="+mj-lt"/>
        <a:ea typeface="+mj-ea"/>
        <a:cs typeface="+mj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514"/>
        </a:solidFill>
        <a:effectLst/>
        <a:uFillTx/>
        <a:latin typeface="+mj-lt"/>
        <a:ea typeface="+mj-ea"/>
        <a:cs typeface="+mj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514"/>
        </a:solidFill>
        <a:effectLst/>
        <a:uFillTx/>
        <a:latin typeface="+mj-lt"/>
        <a:ea typeface="+mj-ea"/>
        <a:cs typeface="+mj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514"/>
        </a:solidFill>
        <a:effectLst/>
        <a:uFillTx/>
        <a:latin typeface="+mj-lt"/>
        <a:ea typeface="+mj-ea"/>
        <a:cs typeface="+mj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514"/>
        </a:fontRef>
        <a:srgbClr val="000514"/>
      </a:tcTxStyle>
      <a:tcStyle>
        <a:tcBdr>
          <a:left>
            <a:ln w="12700" cap="flat">
              <a:solidFill>
                <a:srgbClr val="003399"/>
              </a:solidFill>
              <a:prstDash val="solid"/>
              <a:round/>
            </a:ln>
          </a:left>
          <a:right>
            <a:ln w="12700" cap="flat">
              <a:solidFill>
                <a:srgbClr val="003399"/>
              </a:solidFill>
              <a:prstDash val="solid"/>
              <a:round/>
            </a:ln>
          </a:right>
          <a:top>
            <a:ln w="12700" cap="flat">
              <a:solidFill>
                <a:srgbClr val="003399"/>
              </a:solidFill>
              <a:prstDash val="solid"/>
              <a:round/>
            </a:ln>
          </a:top>
          <a:bottom>
            <a:ln w="12700" cap="flat">
              <a:solidFill>
                <a:srgbClr val="003399"/>
              </a:solidFill>
              <a:prstDash val="solid"/>
              <a:round/>
            </a:ln>
          </a:bottom>
          <a:insideH>
            <a:ln w="12700" cap="flat">
              <a:solidFill>
                <a:srgbClr val="003399"/>
              </a:solidFill>
              <a:prstDash val="solid"/>
              <a:round/>
            </a:ln>
          </a:insideH>
          <a:insideV>
            <a:ln w="12700" cap="flat">
              <a:solidFill>
                <a:srgbClr val="003399"/>
              </a:solidFill>
              <a:prstDash val="solid"/>
              <a:round/>
            </a:ln>
          </a:insideV>
        </a:tcBdr>
        <a:fill>
          <a:solidFill>
            <a:srgbClr val="CADDEC"/>
          </a:solidFill>
        </a:fill>
      </a:tcStyle>
    </a:wholeTbl>
    <a:band2H>
      <a:tcTxStyle b="def" i="def"/>
      <a:tcStyle>
        <a:tcBdr/>
        <a:fill>
          <a:solidFill>
            <a:srgbClr val="E6EFF6"/>
          </a:solidFill>
        </a:fill>
      </a:tcStyle>
    </a:band2H>
    <a:firstCol>
      <a:tcTxStyle b="on" i="off">
        <a:fontRef idx="major">
          <a:srgbClr val="003399"/>
        </a:fontRef>
        <a:srgbClr val="003399"/>
      </a:tcTxStyle>
      <a:tcStyle>
        <a:tcBdr>
          <a:left>
            <a:ln w="12700" cap="flat">
              <a:solidFill>
                <a:srgbClr val="003399"/>
              </a:solidFill>
              <a:prstDash val="solid"/>
              <a:round/>
            </a:ln>
          </a:left>
          <a:right>
            <a:ln w="12700" cap="flat">
              <a:solidFill>
                <a:srgbClr val="003399"/>
              </a:solidFill>
              <a:prstDash val="solid"/>
              <a:round/>
            </a:ln>
          </a:right>
          <a:top>
            <a:ln w="12700" cap="flat">
              <a:solidFill>
                <a:srgbClr val="003399"/>
              </a:solidFill>
              <a:prstDash val="solid"/>
              <a:round/>
            </a:ln>
          </a:top>
          <a:bottom>
            <a:ln w="12700" cap="flat">
              <a:solidFill>
                <a:srgbClr val="003399"/>
              </a:solidFill>
              <a:prstDash val="solid"/>
              <a:round/>
            </a:ln>
          </a:bottom>
          <a:insideH>
            <a:ln w="12700" cap="flat">
              <a:solidFill>
                <a:srgbClr val="003399"/>
              </a:solidFill>
              <a:prstDash val="solid"/>
              <a:round/>
            </a:ln>
          </a:insideH>
          <a:insideV>
            <a:ln w="12700" cap="flat">
              <a:solidFill>
                <a:srgbClr val="003399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3399"/>
        </a:fontRef>
        <a:srgbClr val="003399"/>
      </a:tcTxStyle>
      <a:tcStyle>
        <a:tcBdr>
          <a:left>
            <a:ln w="12700" cap="flat">
              <a:solidFill>
                <a:srgbClr val="003399"/>
              </a:solidFill>
              <a:prstDash val="solid"/>
              <a:round/>
            </a:ln>
          </a:left>
          <a:right>
            <a:ln w="12700" cap="flat">
              <a:solidFill>
                <a:srgbClr val="003399"/>
              </a:solidFill>
              <a:prstDash val="solid"/>
              <a:round/>
            </a:ln>
          </a:right>
          <a:top>
            <a:ln w="38100" cap="flat">
              <a:solidFill>
                <a:srgbClr val="003399"/>
              </a:solidFill>
              <a:prstDash val="solid"/>
              <a:round/>
            </a:ln>
          </a:top>
          <a:bottom>
            <a:ln w="12700" cap="flat">
              <a:solidFill>
                <a:srgbClr val="003399"/>
              </a:solidFill>
              <a:prstDash val="solid"/>
              <a:round/>
            </a:ln>
          </a:bottom>
          <a:insideH>
            <a:ln w="12700" cap="flat">
              <a:solidFill>
                <a:srgbClr val="003399"/>
              </a:solidFill>
              <a:prstDash val="solid"/>
              <a:round/>
            </a:ln>
          </a:insideH>
          <a:insideV>
            <a:ln w="12700" cap="flat">
              <a:solidFill>
                <a:srgbClr val="003399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003399"/>
        </a:fontRef>
        <a:srgbClr val="003399"/>
      </a:tcTxStyle>
      <a:tcStyle>
        <a:tcBdr>
          <a:left>
            <a:ln w="12700" cap="flat">
              <a:solidFill>
                <a:srgbClr val="003399"/>
              </a:solidFill>
              <a:prstDash val="solid"/>
              <a:round/>
            </a:ln>
          </a:left>
          <a:right>
            <a:ln w="12700" cap="flat">
              <a:solidFill>
                <a:srgbClr val="003399"/>
              </a:solidFill>
              <a:prstDash val="solid"/>
              <a:round/>
            </a:ln>
          </a:right>
          <a:top>
            <a:ln w="12700" cap="flat">
              <a:solidFill>
                <a:srgbClr val="003399"/>
              </a:solidFill>
              <a:prstDash val="solid"/>
              <a:round/>
            </a:ln>
          </a:top>
          <a:bottom>
            <a:ln w="38100" cap="flat">
              <a:solidFill>
                <a:srgbClr val="003399"/>
              </a:solidFill>
              <a:prstDash val="solid"/>
              <a:round/>
            </a:ln>
          </a:bottom>
          <a:insideH>
            <a:ln w="12700" cap="flat">
              <a:solidFill>
                <a:srgbClr val="003399"/>
              </a:solidFill>
              <a:prstDash val="solid"/>
              <a:round/>
            </a:ln>
          </a:insideH>
          <a:insideV>
            <a:ln w="12700" cap="flat">
              <a:solidFill>
                <a:srgbClr val="003399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514"/>
        </a:fontRef>
        <a:srgbClr val="000514"/>
      </a:tcTxStyle>
      <a:tcStyle>
        <a:tcBdr>
          <a:left>
            <a:ln w="12700" cap="flat">
              <a:solidFill>
                <a:srgbClr val="003399"/>
              </a:solidFill>
              <a:prstDash val="solid"/>
              <a:round/>
            </a:ln>
          </a:left>
          <a:right>
            <a:ln w="12700" cap="flat">
              <a:solidFill>
                <a:srgbClr val="003399"/>
              </a:solidFill>
              <a:prstDash val="solid"/>
              <a:round/>
            </a:ln>
          </a:right>
          <a:top>
            <a:ln w="12700" cap="flat">
              <a:solidFill>
                <a:srgbClr val="003399"/>
              </a:solidFill>
              <a:prstDash val="solid"/>
              <a:round/>
            </a:ln>
          </a:top>
          <a:bottom>
            <a:ln w="12700" cap="flat">
              <a:solidFill>
                <a:srgbClr val="003399"/>
              </a:solidFill>
              <a:prstDash val="solid"/>
              <a:round/>
            </a:ln>
          </a:bottom>
          <a:insideH>
            <a:ln w="12700" cap="flat">
              <a:solidFill>
                <a:srgbClr val="003399"/>
              </a:solidFill>
              <a:prstDash val="solid"/>
              <a:round/>
            </a:ln>
          </a:insideH>
          <a:insideV>
            <a:ln w="12700" cap="flat">
              <a:solidFill>
                <a:srgbClr val="003399"/>
              </a:solidFill>
              <a:prstDash val="solid"/>
              <a:round/>
            </a:ln>
          </a:insideV>
        </a:tcBdr>
        <a:fill>
          <a:solidFill>
            <a:srgbClr val="E2E2EC"/>
          </a:solidFill>
        </a:fill>
      </a:tcStyle>
    </a:wholeTbl>
    <a:band2H>
      <a:tcTxStyle b="def" i="def"/>
      <a:tcStyle>
        <a:tcBdr/>
        <a:fill>
          <a:solidFill>
            <a:srgbClr val="F1F1F5"/>
          </a:solidFill>
        </a:fill>
      </a:tcStyle>
    </a:band2H>
    <a:firstCol>
      <a:tcTxStyle b="on" i="off">
        <a:fontRef idx="major">
          <a:srgbClr val="003399"/>
        </a:fontRef>
        <a:srgbClr val="003399"/>
      </a:tcTxStyle>
      <a:tcStyle>
        <a:tcBdr>
          <a:left>
            <a:ln w="12700" cap="flat">
              <a:solidFill>
                <a:srgbClr val="003399"/>
              </a:solidFill>
              <a:prstDash val="solid"/>
              <a:round/>
            </a:ln>
          </a:left>
          <a:right>
            <a:ln w="12700" cap="flat">
              <a:solidFill>
                <a:srgbClr val="003399"/>
              </a:solidFill>
              <a:prstDash val="solid"/>
              <a:round/>
            </a:ln>
          </a:right>
          <a:top>
            <a:ln w="12700" cap="flat">
              <a:solidFill>
                <a:srgbClr val="003399"/>
              </a:solidFill>
              <a:prstDash val="solid"/>
              <a:round/>
            </a:ln>
          </a:top>
          <a:bottom>
            <a:ln w="12700" cap="flat">
              <a:solidFill>
                <a:srgbClr val="003399"/>
              </a:solidFill>
              <a:prstDash val="solid"/>
              <a:round/>
            </a:ln>
          </a:bottom>
          <a:insideH>
            <a:ln w="12700" cap="flat">
              <a:solidFill>
                <a:srgbClr val="003399"/>
              </a:solidFill>
              <a:prstDash val="solid"/>
              <a:round/>
            </a:ln>
          </a:insideH>
          <a:insideV>
            <a:ln w="12700" cap="flat">
              <a:solidFill>
                <a:srgbClr val="003399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003399"/>
        </a:fontRef>
        <a:srgbClr val="003399"/>
      </a:tcTxStyle>
      <a:tcStyle>
        <a:tcBdr>
          <a:left>
            <a:ln w="12700" cap="flat">
              <a:solidFill>
                <a:srgbClr val="003399"/>
              </a:solidFill>
              <a:prstDash val="solid"/>
              <a:round/>
            </a:ln>
          </a:left>
          <a:right>
            <a:ln w="12700" cap="flat">
              <a:solidFill>
                <a:srgbClr val="003399"/>
              </a:solidFill>
              <a:prstDash val="solid"/>
              <a:round/>
            </a:ln>
          </a:right>
          <a:top>
            <a:ln w="38100" cap="flat">
              <a:solidFill>
                <a:srgbClr val="003399"/>
              </a:solidFill>
              <a:prstDash val="solid"/>
              <a:round/>
            </a:ln>
          </a:top>
          <a:bottom>
            <a:ln w="12700" cap="flat">
              <a:solidFill>
                <a:srgbClr val="003399"/>
              </a:solidFill>
              <a:prstDash val="solid"/>
              <a:round/>
            </a:ln>
          </a:bottom>
          <a:insideH>
            <a:ln w="12700" cap="flat">
              <a:solidFill>
                <a:srgbClr val="003399"/>
              </a:solidFill>
              <a:prstDash val="solid"/>
              <a:round/>
            </a:ln>
          </a:insideH>
          <a:insideV>
            <a:ln w="12700" cap="flat">
              <a:solidFill>
                <a:srgbClr val="003399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003399"/>
        </a:fontRef>
        <a:srgbClr val="003399"/>
      </a:tcTxStyle>
      <a:tcStyle>
        <a:tcBdr>
          <a:left>
            <a:ln w="12700" cap="flat">
              <a:solidFill>
                <a:srgbClr val="003399"/>
              </a:solidFill>
              <a:prstDash val="solid"/>
              <a:round/>
            </a:ln>
          </a:left>
          <a:right>
            <a:ln w="12700" cap="flat">
              <a:solidFill>
                <a:srgbClr val="003399"/>
              </a:solidFill>
              <a:prstDash val="solid"/>
              <a:round/>
            </a:ln>
          </a:right>
          <a:top>
            <a:ln w="12700" cap="flat">
              <a:solidFill>
                <a:srgbClr val="003399"/>
              </a:solidFill>
              <a:prstDash val="solid"/>
              <a:round/>
            </a:ln>
          </a:top>
          <a:bottom>
            <a:ln w="38100" cap="flat">
              <a:solidFill>
                <a:srgbClr val="003399"/>
              </a:solidFill>
              <a:prstDash val="solid"/>
              <a:round/>
            </a:ln>
          </a:bottom>
          <a:insideH>
            <a:ln w="12700" cap="flat">
              <a:solidFill>
                <a:srgbClr val="003399"/>
              </a:solidFill>
              <a:prstDash val="solid"/>
              <a:round/>
            </a:ln>
          </a:insideH>
          <a:insideV>
            <a:ln w="12700" cap="flat">
              <a:solidFill>
                <a:srgbClr val="003399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514"/>
        </a:fontRef>
        <a:srgbClr val="000514"/>
      </a:tcTxStyle>
      <a:tcStyle>
        <a:tcBdr>
          <a:left>
            <a:ln w="12700" cap="flat">
              <a:solidFill>
                <a:srgbClr val="003399"/>
              </a:solidFill>
              <a:prstDash val="solid"/>
              <a:round/>
            </a:ln>
          </a:left>
          <a:right>
            <a:ln w="12700" cap="flat">
              <a:solidFill>
                <a:srgbClr val="003399"/>
              </a:solidFill>
              <a:prstDash val="solid"/>
              <a:round/>
            </a:ln>
          </a:right>
          <a:top>
            <a:ln w="12700" cap="flat">
              <a:solidFill>
                <a:srgbClr val="003399"/>
              </a:solidFill>
              <a:prstDash val="solid"/>
              <a:round/>
            </a:ln>
          </a:top>
          <a:bottom>
            <a:ln w="12700" cap="flat">
              <a:solidFill>
                <a:srgbClr val="003399"/>
              </a:solidFill>
              <a:prstDash val="solid"/>
              <a:round/>
            </a:ln>
          </a:bottom>
          <a:insideH>
            <a:ln w="12700" cap="flat">
              <a:solidFill>
                <a:srgbClr val="003399"/>
              </a:solidFill>
              <a:prstDash val="solid"/>
              <a:round/>
            </a:ln>
          </a:insideH>
          <a:insideV>
            <a:ln w="12700" cap="flat">
              <a:solidFill>
                <a:srgbClr val="003399"/>
              </a:solidFill>
              <a:prstDash val="solid"/>
              <a:round/>
            </a:ln>
          </a:insideV>
        </a:tcBdr>
        <a:fill>
          <a:solidFill>
            <a:srgbClr val="DDD6EC"/>
          </a:solidFill>
        </a:fill>
      </a:tcStyle>
    </a:wholeTbl>
    <a:band2H>
      <a:tcTxStyle b="def" i="def"/>
      <a:tcStyle>
        <a:tcBdr/>
        <a:fill>
          <a:solidFill>
            <a:srgbClr val="EFEBF6"/>
          </a:solidFill>
        </a:fill>
      </a:tcStyle>
    </a:band2H>
    <a:firstCol>
      <a:tcTxStyle b="on" i="off">
        <a:fontRef idx="major">
          <a:srgbClr val="003399"/>
        </a:fontRef>
        <a:srgbClr val="003399"/>
      </a:tcTxStyle>
      <a:tcStyle>
        <a:tcBdr>
          <a:left>
            <a:ln w="12700" cap="flat">
              <a:solidFill>
                <a:srgbClr val="003399"/>
              </a:solidFill>
              <a:prstDash val="solid"/>
              <a:round/>
            </a:ln>
          </a:left>
          <a:right>
            <a:ln w="12700" cap="flat">
              <a:solidFill>
                <a:srgbClr val="003399"/>
              </a:solidFill>
              <a:prstDash val="solid"/>
              <a:round/>
            </a:ln>
          </a:right>
          <a:top>
            <a:ln w="12700" cap="flat">
              <a:solidFill>
                <a:srgbClr val="003399"/>
              </a:solidFill>
              <a:prstDash val="solid"/>
              <a:round/>
            </a:ln>
          </a:top>
          <a:bottom>
            <a:ln w="12700" cap="flat">
              <a:solidFill>
                <a:srgbClr val="003399"/>
              </a:solidFill>
              <a:prstDash val="solid"/>
              <a:round/>
            </a:ln>
          </a:bottom>
          <a:insideH>
            <a:ln w="12700" cap="flat">
              <a:solidFill>
                <a:srgbClr val="003399"/>
              </a:solidFill>
              <a:prstDash val="solid"/>
              <a:round/>
            </a:ln>
          </a:insideH>
          <a:insideV>
            <a:ln w="12700" cap="flat">
              <a:solidFill>
                <a:srgbClr val="003399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003399"/>
        </a:fontRef>
        <a:srgbClr val="003399"/>
      </a:tcTxStyle>
      <a:tcStyle>
        <a:tcBdr>
          <a:left>
            <a:ln w="12700" cap="flat">
              <a:solidFill>
                <a:srgbClr val="003399"/>
              </a:solidFill>
              <a:prstDash val="solid"/>
              <a:round/>
            </a:ln>
          </a:left>
          <a:right>
            <a:ln w="12700" cap="flat">
              <a:solidFill>
                <a:srgbClr val="003399"/>
              </a:solidFill>
              <a:prstDash val="solid"/>
              <a:round/>
            </a:ln>
          </a:right>
          <a:top>
            <a:ln w="38100" cap="flat">
              <a:solidFill>
                <a:srgbClr val="003399"/>
              </a:solidFill>
              <a:prstDash val="solid"/>
              <a:round/>
            </a:ln>
          </a:top>
          <a:bottom>
            <a:ln w="12700" cap="flat">
              <a:solidFill>
                <a:srgbClr val="003399"/>
              </a:solidFill>
              <a:prstDash val="solid"/>
              <a:round/>
            </a:ln>
          </a:bottom>
          <a:insideH>
            <a:ln w="12700" cap="flat">
              <a:solidFill>
                <a:srgbClr val="003399"/>
              </a:solidFill>
              <a:prstDash val="solid"/>
              <a:round/>
            </a:ln>
          </a:insideH>
          <a:insideV>
            <a:ln w="12700" cap="flat">
              <a:solidFill>
                <a:srgbClr val="003399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003399"/>
        </a:fontRef>
        <a:srgbClr val="003399"/>
      </a:tcTxStyle>
      <a:tcStyle>
        <a:tcBdr>
          <a:left>
            <a:ln w="12700" cap="flat">
              <a:solidFill>
                <a:srgbClr val="003399"/>
              </a:solidFill>
              <a:prstDash val="solid"/>
              <a:round/>
            </a:ln>
          </a:left>
          <a:right>
            <a:ln w="12700" cap="flat">
              <a:solidFill>
                <a:srgbClr val="003399"/>
              </a:solidFill>
              <a:prstDash val="solid"/>
              <a:round/>
            </a:ln>
          </a:right>
          <a:top>
            <a:ln w="12700" cap="flat">
              <a:solidFill>
                <a:srgbClr val="003399"/>
              </a:solidFill>
              <a:prstDash val="solid"/>
              <a:round/>
            </a:ln>
          </a:top>
          <a:bottom>
            <a:ln w="38100" cap="flat">
              <a:solidFill>
                <a:srgbClr val="003399"/>
              </a:solidFill>
              <a:prstDash val="solid"/>
              <a:round/>
            </a:ln>
          </a:bottom>
          <a:insideH>
            <a:ln w="12700" cap="flat">
              <a:solidFill>
                <a:srgbClr val="003399"/>
              </a:solidFill>
              <a:prstDash val="solid"/>
              <a:round/>
            </a:ln>
          </a:insideH>
          <a:insideV>
            <a:ln w="12700" cap="flat">
              <a:solidFill>
                <a:srgbClr val="003399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514"/>
        </a:fontRef>
        <a:srgbClr val="0005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7"/>
          </a:solidFill>
        </a:fill>
      </a:tcStyle>
    </a:wholeTbl>
    <a:band2H>
      <a:tcTxStyle b="def" i="def"/>
      <a:tcStyle>
        <a:tcBdr/>
        <a:fill>
          <a:solidFill>
            <a:srgbClr val="003399"/>
          </a:solidFill>
        </a:fill>
      </a:tcStyle>
    </a:band2H>
    <a:firstCol>
      <a:tcTxStyle b="on" i="off">
        <a:fontRef idx="major">
          <a:srgbClr val="003399"/>
        </a:fontRef>
        <a:srgbClr val="003399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514"/>
        </a:fontRef>
        <a:srgbClr val="000514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514"/>
              </a:solidFill>
              <a:prstDash val="solid"/>
              <a:round/>
            </a:ln>
          </a:top>
          <a:bottom>
            <a:ln w="25400" cap="flat">
              <a:solidFill>
                <a:srgbClr val="000514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003399"/>
          </a:solidFill>
        </a:fill>
      </a:tcStyle>
    </a:lastRow>
    <a:firstRow>
      <a:tcTxStyle b="on" i="off">
        <a:fontRef idx="major">
          <a:srgbClr val="003399"/>
        </a:fontRef>
        <a:srgbClr val="003399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514"/>
              </a:solidFill>
              <a:prstDash val="solid"/>
              <a:round/>
            </a:ln>
          </a:top>
          <a:bottom>
            <a:ln w="25400" cap="flat">
              <a:solidFill>
                <a:srgbClr val="000514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514"/>
        </a:fontRef>
        <a:srgbClr val="000514"/>
      </a:tcTxStyle>
      <a:tcStyle>
        <a:tcBdr>
          <a:left>
            <a:ln w="12700" cap="flat">
              <a:solidFill>
                <a:srgbClr val="003399"/>
              </a:solidFill>
              <a:prstDash val="solid"/>
              <a:round/>
            </a:ln>
          </a:left>
          <a:right>
            <a:ln w="12700" cap="flat">
              <a:solidFill>
                <a:srgbClr val="003399"/>
              </a:solidFill>
              <a:prstDash val="solid"/>
              <a:round/>
            </a:ln>
          </a:right>
          <a:top>
            <a:ln w="12700" cap="flat">
              <a:solidFill>
                <a:srgbClr val="003399"/>
              </a:solidFill>
              <a:prstDash val="solid"/>
              <a:round/>
            </a:ln>
          </a:top>
          <a:bottom>
            <a:ln w="12700" cap="flat">
              <a:solidFill>
                <a:srgbClr val="003399"/>
              </a:solidFill>
              <a:prstDash val="solid"/>
              <a:round/>
            </a:ln>
          </a:bottom>
          <a:insideH>
            <a:ln w="12700" cap="flat">
              <a:solidFill>
                <a:srgbClr val="003399"/>
              </a:solidFill>
              <a:prstDash val="solid"/>
              <a:round/>
            </a:ln>
          </a:insideH>
          <a:insideV>
            <a:ln w="12700" cap="flat">
              <a:solidFill>
                <a:srgbClr val="003399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7"/>
          </a:solidFill>
        </a:fill>
      </a:tcStyle>
    </a:band2H>
    <a:firstCol>
      <a:tcTxStyle b="on" i="off">
        <a:fontRef idx="major">
          <a:srgbClr val="003399"/>
        </a:fontRef>
        <a:srgbClr val="003399"/>
      </a:tcTxStyle>
      <a:tcStyle>
        <a:tcBdr>
          <a:left>
            <a:ln w="12700" cap="flat">
              <a:solidFill>
                <a:srgbClr val="003399"/>
              </a:solidFill>
              <a:prstDash val="solid"/>
              <a:round/>
            </a:ln>
          </a:left>
          <a:right>
            <a:ln w="12700" cap="flat">
              <a:solidFill>
                <a:srgbClr val="003399"/>
              </a:solidFill>
              <a:prstDash val="solid"/>
              <a:round/>
            </a:ln>
          </a:right>
          <a:top>
            <a:ln w="12700" cap="flat">
              <a:solidFill>
                <a:srgbClr val="003399"/>
              </a:solidFill>
              <a:prstDash val="solid"/>
              <a:round/>
            </a:ln>
          </a:top>
          <a:bottom>
            <a:ln w="12700" cap="flat">
              <a:solidFill>
                <a:srgbClr val="003399"/>
              </a:solidFill>
              <a:prstDash val="solid"/>
              <a:round/>
            </a:ln>
          </a:bottom>
          <a:insideH>
            <a:ln w="12700" cap="flat">
              <a:solidFill>
                <a:srgbClr val="003399"/>
              </a:solidFill>
              <a:prstDash val="solid"/>
              <a:round/>
            </a:ln>
          </a:insideH>
          <a:insideV>
            <a:ln w="12700" cap="flat">
              <a:solidFill>
                <a:srgbClr val="003399"/>
              </a:solidFill>
              <a:prstDash val="solid"/>
              <a:round/>
            </a:ln>
          </a:insideV>
        </a:tcBdr>
        <a:fill>
          <a:solidFill>
            <a:srgbClr val="000514"/>
          </a:solidFill>
        </a:fill>
      </a:tcStyle>
    </a:firstCol>
    <a:lastRow>
      <a:tcTxStyle b="on" i="off">
        <a:fontRef idx="major">
          <a:srgbClr val="003399"/>
        </a:fontRef>
        <a:srgbClr val="003399"/>
      </a:tcTxStyle>
      <a:tcStyle>
        <a:tcBdr>
          <a:left>
            <a:ln w="12700" cap="flat">
              <a:solidFill>
                <a:srgbClr val="003399"/>
              </a:solidFill>
              <a:prstDash val="solid"/>
              <a:round/>
            </a:ln>
          </a:left>
          <a:right>
            <a:ln w="12700" cap="flat">
              <a:solidFill>
                <a:srgbClr val="003399"/>
              </a:solidFill>
              <a:prstDash val="solid"/>
              <a:round/>
            </a:ln>
          </a:right>
          <a:top>
            <a:ln w="38100" cap="flat">
              <a:solidFill>
                <a:srgbClr val="003399"/>
              </a:solidFill>
              <a:prstDash val="solid"/>
              <a:round/>
            </a:ln>
          </a:top>
          <a:bottom>
            <a:ln w="12700" cap="flat">
              <a:solidFill>
                <a:srgbClr val="003399"/>
              </a:solidFill>
              <a:prstDash val="solid"/>
              <a:round/>
            </a:ln>
          </a:bottom>
          <a:insideH>
            <a:ln w="12700" cap="flat">
              <a:solidFill>
                <a:srgbClr val="003399"/>
              </a:solidFill>
              <a:prstDash val="solid"/>
              <a:round/>
            </a:ln>
          </a:insideH>
          <a:insideV>
            <a:ln w="12700" cap="flat">
              <a:solidFill>
                <a:srgbClr val="003399"/>
              </a:solidFill>
              <a:prstDash val="solid"/>
              <a:round/>
            </a:ln>
          </a:insideV>
        </a:tcBdr>
        <a:fill>
          <a:solidFill>
            <a:srgbClr val="000514"/>
          </a:solidFill>
        </a:fill>
      </a:tcStyle>
    </a:lastRow>
    <a:firstRow>
      <a:tcTxStyle b="on" i="off">
        <a:fontRef idx="major">
          <a:srgbClr val="003399"/>
        </a:fontRef>
        <a:srgbClr val="003399"/>
      </a:tcTxStyle>
      <a:tcStyle>
        <a:tcBdr>
          <a:left>
            <a:ln w="12700" cap="flat">
              <a:solidFill>
                <a:srgbClr val="003399"/>
              </a:solidFill>
              <a:prstDash val="solid"/>
              <a:round/>
            </a:ln>
          </a:left>
          <a:right>
            <a:ln w="12700" cap="flat">
              <a:solidFill>
                <a:srgbClr val="003399"/>
              </a:solidFill>
              <a:prstDash val="solid"/>
              <a:round/>
            </a:ln>
          </a:right>
          <a:top>
            <a:ln w="12700" cap="flat">
              <a:solidFill>
                <a:srgbClr val="003399"/>
              </a:solidFill>
              <a:prstDash val="solid"/>
              <a:round/>
            </a:ln>
          </a:top>
          <a:bottom>
            <a:ln w="38100" cap="flat">
              <a:solidFill>
                <a:srgbClr val="003399"/>
              </a:solidFill>
              <a:prstDash val="solid"/>
              <a:round/>
            </a:ln>
          </a:bottom>
          <a:insideH>
            <a:ln w="12700" cap="flat">
              <a:solidFill>
                <a:srgbClr val="003399"/>
              </a:solidFill>
              <a:prstDash val="solid"/>
              <a:round/>
            </a:ln>
          </a:insideH>
          <a:insideV>
            <a:ln w="12700" cap="flat">
              <a:solidFill>
                <a:srgbClr val="003399"/>
              </a:solidFill>
              <a:prstDash val="solid"/>
              <a:round/>
            </a:ln>
          </a:insideV>
        </a:tcBdr>
        <a:fill>
          <a:solidFill>
            <a:srgbClr val="000514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514"/>
        </a:fontRef>
        <a:srgbClr val="000514"/>
      </a:tcTxStyle>
      <a:tcStyle>
        <a:tcBdr>
          <a:left>
            <a:ln w="12700" cap="flat">
              <a:solidFill>
                <a:srgbClr val="000514"/>
              </a:solidFill>
              <a:prstDash val="solid"/>
              <a:round/>
            </a:ln>
          </a:left>
          <a:right>
            <a:ln w="12700" cap="flat">
              <a:solidFill>
                <a:srgbClr val="000514"/>
              </a:solidFill>
              <a:prstDash val="solid"/>
              <a:round/>
            </a:ln>
          </a:right>
          <a:top>
            <a:ln w="12700" cap="flat">
              <a:solidFill>
                <a:srgbClr val="000514"/>
              </a:solidFill>
              <a:prstDash val="solid"/>
              <a:round/>
            </a:ln>
          </a:top>
          <a:bottom>
            <a:ln w="12700" cap="flat">
              <a:solidFill>
                <a:srgbClr val="000514"/>
              </a:solidFill>
              <a:prstDash val="solid"/>
              <a:round/>
            </a:ln>
          </a:bottom>
          <a:insideH>
            <a:ln w="12700" cap="flat">
              <a:solidFill>
                <a:srgbClr val="000514"/>
              </a:solidFill>
              <a:prstDash val="solid"/>
              <a:round/>
            </a:ln>
          </a:insideH>
          <a:insideV>
            <a:ln w="12700" cap="flat">
              <a:solidFill>
                <a:srgbClr val="000514"/>
              </a:solidFill>
              <a:prstDash val="solid"/>
              <a:round/>
            </a:ln>
          </a:insideV>
        </a:tcBdr>
        <a:fill>
          <a:solidFill>
            <a:srgbClr val="000514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514"/>
        </a:fontRef>
        <a:srgbClr val="000514"/>
      </a:tcTxStyle>
      <a:tcStyle>
        <a:tcBdr>
          <a:left>
            <a:ln w="12700" cap="flat">
              <a:solidFill>
                <a:srgbClr val="000514"/>
              </a:solidFill>
              <a:prstDash val="solid"/>
              <a:round/>
            </a:ln>
          </a:left>
          <a:right>
            <a:ln w="12700" cap="flat">
              <a:solidFill>
                <a:srgbClr val="000514"/>
              </a:solidFill>
              <a:prstDash val="solid"/>
              <a:round/>
            </a:ln>
          </a:right>
          <a:top>
            <a:ln w="12700" cap="flat">
              <a:solidFill>
                <a:srgbClr val="000514"/>
              </a:solidFill>
              <a:prstDash val="solid"/>
              <a:round/>
            </a:ln>
          </a:top>
          <a:bottom>
            <a:ln w="12700" cap="flat">
              <a:solidFill>
                <a:srgbClr val="000514"/>
              </a:solidFill>
              <a:prstDash val="solid"/>
              <a:round/>
            </a:ln>
          </a:bottom>
          <a:insideH>
            <a:ln w="12700" cap="flat">
              <a:solidFill>
                <a:srgbClr val="000514"/>
              </a:solidFill>
              <a:prstDash val="solid"/>
              <a:round/>
            </a:ln>
          </a:insideH>
          <a:insideV>
            <a:ln w="12700" cap="flat">
              <a:solidFill>
                <a:srgbClr val="000514"/>
              </a:solidFill>
              <a:prstDash val="solid"/>
              <a:round/>
            </a:ln>
          </a:insideV>
        </a:tcBdr>
        <a:fill>
          <a:solidFill>
            <a:srgbClr val="000514">
              <a:alpha val="20000"/>
            </a:srgbClr>
          </a:solidFill>
        </a:fill>
      </a:tcStyle>
    </a:firstCol>
    <a:lastRow>
      <a:tcTxStyle b="on" i="off">
        <a:fontRef idx="major">
          <a:srgbClr val="000514"/>
        </a:fontRef>
        <a:srgbClr val="000514"/>
      </a:tcTxStyle>
      <a:tcStyle>
        <a:tcBdr>
          <a:left>
            <a:ln w="12700" cap="flat">
              <a:solidFill>
                <a:srgbClr val="000514"/>
              </a:solidFill>
              <a:prstDash val="solid"/>
              <a:round/>
            </a:ln>
          </a:left>
          <a:right>
            <a:ln w="12700" cap="flat">
              <a:solidFill>
                <a:srgbClr val="000514"/>
              </a:solidFill>
              <a:prstDash val="solid"/>
              <a:round/>
            </a:ln>
          </a:right>
          <a:top>
            <a:ln w="50800" cap="flat">
              <a:solidFill>
                <a:srgbClr val="000514"/>
              </a:solidFill>
              <a:prstDash val="solid"/>
              <a:round/>
            </a:ln>
          </a:top>
          <a:bottom>
            <a:ln w="12700" cap="flat">
              <a:solidFill>
                <a:srgbClr val="000514"/>
              </a:solidFill>
              <a:prstDash val="solid"/>
              <a:round/>
            </a:ln>
          </a:bottom>
          <a:insideH>
            <a:ln w="12700" cap="flat">
              <a:solidFill>
                <a:srgbClr val="000514"/>
              </a:solidFill>
              <a:prstDash val="solid"/>
              <a:round/>
            </a:ln>
          </a:insideH>
          <a:insideV>
            <a:ln w="12700" cap="flat">
              <a:solidFill>
                <a:srgbClr val="000514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514"/>
        </a:fontRef>
        <a:srgbClr val="000514"/>
      </a:tcTxStyle>
      <a:tcStyle>
        <a:tcBdr>
          <a:left>
            <a:ln w="12700" cap="flat">
              <a:solidFill>
                <a:srgbClr val="000514"/>
              </a:solidFill>
              <a:prstDash val="solid"/>
              <a:round/>
            </a:ln>
          </a:left>
          <a:right>
            <a:ln w="12700" cap="flat">
              <a:solidFill>
                <a:srgbClr val="000514"/>
              </a:solidFill>
              <a:prstDash val="solid"/>
              <a:round/>
            </a:ln>
          </a:right>
          <a:top>
            <a:ln w="12700" cap="flat">
              <a:solidFill>
                <a:srgbClr val="000514"/>
              </a:solidFill>
              <a:prstDash val="solid"/>
              <a:round/>
            </a:ln>
          </a:top>
          <a:bottom>
            <a:ln w="25400" cap="flat">
              <a:solidFill>
                <a:srgbClr val="000514"/>
              </a:solidFill>
              <a:prstDash val="solid"/>
              <a:round/>
            </a:ln>
          </a:bottom>
          <a:insideH>
            <a:ln w="12700" cap="flat">
              <a:solidFill>
                <a:srgbClr val="000514"/>
              </a:solidFill>
              <a:prstDash val="solid"/>
              <a:round/>
            </a:ln>
          </a:insideH>
          <a:insideV>
            <a:ln w="12700" cap="flat">
              <a:solidFill>
                <a:srgbClr val="000514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Shape 95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6" name="Shape 96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spcBef>
        <a:spcPts val="400"/>
      </a:spcBef>
      <a:defRPr sz="1200">
        <a:latin typeface="+mn-lt"/>
        <a:ea typeface="+mn-ea"/>
        <a:cs typeface="+mn-cs"/>
        <a:sym typeface="Arial"/>
      </a:defRPr>
    </a:lvl1pPr>
    <a:lvl2pPr indent="2286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2pPr>
    <a:lvl3pPr indent="4572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3pPr>
    <a:lvl4pPr indent="6858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4pPr>
    <a:lvl5pPr indent="9144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5pPr>
    <a:lvl6pPr indent="11430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6pPr>
    <a:lvl7pPr indent="13716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7pPr>
    <a:lvl8pPr indent="16002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8pPr>
    <a:lvl9pPr indent="1828800" latinLnBrk="0">
      <a:spcBef>
        <a:spcPts val="400"/>
      </a:spcBef>
      <a:defRPr sz="1200">
        <a:latin typeface="+mn-lt"/>
        <a:ea typeface="+mn-ea"/>
        <a:cs typeface="+mn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relu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icture Placeholder 7"/>
          <p:cNvSpPr/>
          <p:nvPr>
            <p:ph type="pic" sz="half" idx="21"/>
          </p:nvPr>
        </p:nvSpPr>
        <p:spPr>
          <a:xfrm>
            <a:off x="7772400" y="609600"/>
            <a:ext cx="3048000" cy="55626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0" name="Title Text"/>
          <p:cNvSpPr txBox="1"/>
          <p:nvPr>
            <p:ph type="title"/>
          </p:nvPr>
        </p:nvSpPr>
        <p:spPr>
          <a:xfrm>
            <a:off x="264960" y="679009"/>
            <a:ext cx="7385767" cy="5499982"/>
          </a:xfrm>
          <a:prstGeom prst="rect">
            <a:avLst/>
          </a:prstGeom>
        </p:spPr>
        <p:txBody>
          <a:bodyPr>
            <a:noAutofit/>
          </a:bodyPr>
          <a:lstStyle/>
          <a:p>
            <a:pPr/>
            <a:r>
              <a:t>Title Text</a:t>
            </a:r>
          </a:p>
        </p:txBody>
      </p:sp>
      <p:sp>
        <p:nvSpPr>
          <p:cNvPr id="2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ody Level One…"/>
          <p:cNvSpPr txBox="1"/>
          <p:nvPr>
            <p:ph type="body" idx="1" hasCustomPrompt="1"/>
          </p:nvPr>
        </p:nvSpPr>
        <p:spPr>
          <a:xfrm>
            <a:off x="762000" y="1066800"/>
            <a:ext cx="10414000" cy="4267200"/>
          </a:xfrm>
          <a:prstGeom prst="rect">
            <a:avLst/>
          </a:prstGeom>
        </p:spPr>
        <p:txBody>
          <a:bodyPr/>
          <a:lstStyle>
            <a:lvl1pPr algn="l">
              <a:spcBef>
                <a:spcPts val="500"/>
              </a:spcBef>
              <a:defRPr sz="4800"/>
            </a:lvl1pPr>
            <a:lvl2pPr marL="947057" indent="-489857" algn="l">
              <a:spcBef>
                <a:spcPts val="500"/>
              </a:spcBef>
              <a:defRPr sz="4800"/>
            </a:lvl2pPr>
            <a:lvl3pPr marL="1371600" indent="-457200" algn="l">
              <a:spcBef>
                <a:spcPts val="500"/>
              </a:spcBef>
              <a:defRPr sz="4800"/>
            </a:lvl3pPr>
            <a:lvl4pPr marL="1920238" indent="-548638" algn="l">
              <a:spcBef>
                <a:spcPts val="500"/>
              </a:spcBef>
              <a:defRPr sz="4800"/>
            </a:lvl4pPr>
            <a:lvl5pPr marL="2377438" indent="-548638" algn="l">
              <a:spcBef>
                <a:spcPts val="500"/>
              </a:spcBef>
              <a:defRPr sz="4800"/>
            </a:lvl5pPr>
          </a:lstStyle>
          <a:p>
            <a:pPr/>
            <a:r>
              <a:t>  惟耶和華在他的聖殿中;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hy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#23 讚美詩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#23 讚美詩</a:t>
            </a:r>
          </a:p>
        </p:txBody>
      </p:sp>
      <p:sp>
        <p:nvSpPr>
          <p:cNvPr id="37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讚美真神萬福之根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約翰福音 3:16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約翰福音 3:16</a:t>
            </a:r>
          </a:p>
        </p:txBody>
      </p:sp>
      <p:sp>
        <p:nvSpPr>
          <p:cNvPr id="46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 algn="l">
              <a:spcBef>
                <a:spcPts val="500"/>
              </a:spcBef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47057" indent="-489857" algn="l">
              <a:spcBef>
                <a:spcPts val="500"/>
              </a:spcBef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indent="-457200" algn="l">
              <a:spcBef>
                <a:spcPts val="500"/>
              </a:spcBef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920238" indent="-548638" algn="l">
              <a:spcBef>
                <a:spcPts val="500"/>
              </a:spcBef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377438" indent="-548638" algn="l">
              <a:spcBef>
                <a:spcPts val="500"/>
              </a:spcBef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5pPr>
          </a:lstStyle>
          <a:p>
            <a:pPr/>
            <a:r>
              <a:t>16 神愛世人，甚至將他的獨生子賜給他們，叫一切信他的不至滅亡反得永生。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memoriz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本週金句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60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本週金句</a:t>
            </a:r>
          </a:p>
        </p:txBody>
      </p:sp>
      <p:sp>
        <p:nvSpPr>
          <p:cNvPr id="55" name="Title"/>
          <p:cNvSpPr/>
          <p:nvPr>
            <p:ph type="body" sz="quarter" idx="12"/>
          </p:nvPr>
        </p:nvSpPr>
        <p:spPr>
          <a:xfrm>
            <a:off x="609599" y="-207963"/>
            <a:ext cx="10972802" cy="381002"/>
          </a:xfrm>
          <a:prstGeom prst="roundRect">
            <a:avLst>
              <a:gd name="adj" fmla="val 0"/>
            </a:avLst>
          </a:prstGeom>
          <a:solidFill>
            <a:srgbClr val="000000">
              <a:alpha val="0"/>
            </a:srgbClr>
          </a:solidFill>
        </p:spPr>
        <p:txBody>
          <a:bodyPr lIns="50800" tIns="50800" rIns="50800" bIns="50800">
            <a:noAutofit/>
          </a:bodyPr>
          <a:lstStyle>
            <a:lvl1pPr marL="0" indent="0" algn="l">
              <a:spcBef>
                <a:spcPts val="0"/>
              </a:spcBef>
              <a:defRPr sz="1800">
                <a:solidFill>
                  <a:srgbClr val="000514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>
                <a:effectLst/>
              </a:defRPr>
            </a:pPr>
            <a:r>
              <a:t>Title</a:t>
            </a:r>
          </a:p>
        </p:txBody>
      </p:sp>
      <p:sp>
        <p:nvSpPr>
          <p:cNvPr id="56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 algn="l">
              <a:spcBef>
                <a:spcPts val="500"/>
              </a:spcBef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47057" indent="-489857" algn="l">
              <a:spcBef>
                <a:spcPts val="500"/>
              </a:spcBef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indent="-457200" algn="l">
              <a:spcBef>
                <a:spcPts val="500"/>
              </a:spcBef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920238" indent="-548638" algn="l">
              <a:spcBef>
                <a:spcPts val="500"/>
              </a:spcBef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377438" indent="-548638" algn="l">
              <a:spcBef>
                <a:spcPts val="500"/>
              </a:spcBef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5pPr>
          </a:lstStyle>
          <a:p>
            <a:pPr/>
            <a:r>
              <a:t>       神愛世人，甚至將他的獨生子賜給他們，叫一切信他的不至滅亡反得永生。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each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信息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6000"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信息</a:t>
            </a:r>
          </a:p>
        </p:txBody>
      </p:sp>
      <p:sp>
        <p:nvSpPr>
          <p:cNvPr id="65" name="Title"/>
          <p:cNvSpPr/>
          <p:nvPr>
            <p:ph type="body" sz="quarter" idx="12"/>
          </p:nvPr>
        </p:nvSpPr>
        <p:spPr>
          <a:xfrm>
            <a:off x="609599" y="-207963"/>
            <a:ext cx="10972802" cy="381002"/>
          </a:xfrm>
          <a:prstGeom prst="roundRect">
            <a:avLst>
              <a:gd name="adj" fmla="val 0"/>
            </a:avLst>
          </a:prstGeom>
          <a:solidFill>
            <a:srgbClr val="000000">
              <a:alpha val="0"/>
            </a:srgbClr>
          </a:solidFill>
        </p:spPr>
        <p:txBody>
          <a:bodyPr lIns="50800" tIns="50800" rIns="50800" bIns="50800">
            <a:noAutofit/>
          </a:bodyPr>
          <a:lstStyle>
            <a:lvl1pPr marL="0" indent="0" algn="l">
              <a:spcBef>
                <a:spcPts val="0"/>
              </a:spcBef>
              <a:defRPr sz="1800">
                <a:solidFill>
                  <a:srgbClr val="000514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>
              <a:defRPr>
                <a:effectLst/>
              </a:defRPr>
            </a:pPr>
            <a:r>
              <a:t>Title</a:t>
            </a:r>
          </a:p>
        </p:txBody>
      </p:sp>
      <p:sp>
        <p:nvSpPr>
          <p:cNvPr id="66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>
              <a:spcBef>
                <a:spcPts val="500"/>
              </a:spcBef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47057" indent="-489857">
              <a:spcBef>
                <a:spcPts val="500"/>
              </a:spcBef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indent="-457200">
              <a:spcBef>
                <a:spcPts val="500"/>
              </a:spcBef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920238" indent="-548638">
              <a:spcBef>
                <a:spcPts val="500"/>
              </a:spcBef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377438" indent="-548638">
              <a:spcBef>
                <a:spcPts val="500"/>
              </a:spcBef>
              <a:defRPr sz="4800">
                <a:latin typeface="Helvetica Neue"/>
                <a:ea typeface="Helvetica Neue"/>
                <a:cs typeface="Helvetica Neue"/>
                <a:sym typeface="Helvetica Neue"/>
              </a:defRPr>
            </a:lvl5pPr>
          </a:lstStyle>
          <a:p>
            <a:pPr/>
            <a:r>
              <a:t>神愛世人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67" name="Slide Number"/>
          <p:cNvSpPr txBox="1"/>
          <p:nvPr>
            <p:ph type="sldNum" sz="quarter" idx="2"/>
          </p:nvPr>
        </p:nvSpPr>
        <p:spPr>
          <a:xfrm>
            <a:off x="8490587" y="6228081"/>
            <a:ext cx="247014" cy="256539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頌讚"/>
          <p:cNvSpPr txBox="1"/>
          <p:nvPr>
            <p:ph type="title" hasCustomPrompt="1"/>
          </p:nvPr>
        </p:nvSpPr>
        <p:spPr>
          <a:xfrm>
            <a:off x="1219199" y="2670968"/>
            <a:ext cx="9753601" cy="1516064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/>
            <a:r>
              <a:t>頌讚</a:t>
            </a: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0033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4"/>
          <p:cNvGrpSpPr/>
          <p:nvPr/>
        </p:nvGrpSpPr>
        <p:grpSpPr>
          <a:xfrm>
            <a:off x="3657440" y="2128839"/>
            <a:ext cx="8523454" cy="4721230"/>
            <a:chOff x="0" y="0"/>
            <a:chExt cx="8523452" cy="4721229"/>
          </a:xfrm>
        </p:grpSpPr>
        <p:grpSp>
          <p:nvGrpSpPr>
            <p:cNvPr id="7" name="Group 5"/>
            <p:cNvGrpSpPr/>
            <p:nvPr/>
          </p:nvGrpSpPr>
          <p:grpSpPr>
            <a:xfrm>
              <a:off x="-1" y="1411287"/>
              <a:ext cx="8523454" cy="3309942"/>
              <a:chOff x="0" y="0"/>
              <a:chExt cx="8523452" cy="3309941"/>
            </a:xfrm>
          </p:grpSpPr>
          <p:sp>
            <p:nvSpPr>
              <p:cNvPr id="2" name="Freeform 6"/>
              <p:cNvSpPr/>
              <p:nvPr/>
            </p:nvSpPr>
            <p:spPr>
              <a:xfrm>
                <a:off x="-1" y="657225"/>
                <a:ext cx="6099974" cy="265271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0783" y="7032"/>
                    </a:moveTo>
                    <a:lnTo>
                      <a:pt x="20536" y="6825"/>
                    </a:lnTo>
                    <a:lnTo>
                      <a:pt x="20176" y="6541"/>
                    </a:lnTo>
                    <a:lnTo>
                      <a:pt x="19726" y="6256"/>
                    </a:lnTo>
                    <a:lnTo>
                      <a:pt x="19194" y="5907"/>
                    </a:lnTo>
                    <a:lnTo>
                      <a:pt x="18587" y="5481"/>
                    </a:lnTo>
                    <a:lnTo>
                      <a:pt x="17898" y="5132"/>
                    </a:lnTo>
                    <a:lnTo>
                      <a:pt x="16511" y="4434"/>
                    </a:lnTo>
                    <a:lnTo>
                      <a:pt x="15574" y="4007"/>
                    </a:lnTo>
                    <a:lnTo>
                      <a:pt x="14765" y="3581"/>
                    </a:lnTo>
                    <a:lnTo>
                      <a:pt x="14075" y="3167"/>
                    </a:lnTo>
                    <a:lnTo>
                      <a:pt x="13543" y="2740"/>
                    </a:lnTo>
                    <a:lnTo>
                      <a:pt x="13056" y="2314"/>
                    </a:lnTo>
                    <a:lnTo>
                      <a:pt x="12689" y="1965"/>
                    </a:lnTo>
                    <a:lnTo>
                      <a:pt x="12404" y="1616"/>
                    </a:lnTo>
                    <a:lnTo>
                      <a:pt x="12202" y="1331"/>
                    </a:lnTo>
                    <a:lnTo>
                      <a:pt x="12037" y="1047"/>
                    </a:lnTo>
                    <a:lnTo>
                      <a:pt x="11917" y="776"/>
                    </a:lnTo>
                    <a:lnTo>
                      <a:pt x="11879" y="556"/>
                    </a:lnTo>
                    <a:lnTo>
                      <a:pt x="11834" y="349"/>
                    </a:lnTo>
                    <a:lnTo>
                      <a:pt x="11879" y="65"/>
                    </a:lnTo>
                    <a:lnTo>
                      <a:pt x="11879" y="0"/>
                    </a:lnTo>
                    <a:lnTo>
                      <a:pt x="11752" y="349"/>
                    </a:lnTo>
                    <a:lnTo>
                      <a:pt x="11669" y="633"/>
                    </a:lnTo>
                    <a:lnTo>
                      <a:pt x="11669" y="982"/>
                    </a:lnTo>
                    <a:lnTo>
                      <a:pt x="11752" y="1267"/>
                    </a:lnTo>
                    <a:lnTo>
                      <a:pt x="11917" y="1551"/>
                    </a:lnTo>
                    <a:lnTo>
                      <a:pt x="12119" y="1823"/>
                    </a:lnTo>
                    <a:lnTo>
                      <a:pt x="12366" y="2107"/>
                    </a:lnTo>
                    <a:lnTo>
                      <a:pt x="12651" y="2391"/>
                    </a:lnTo>
                    <a:lnTo>
                      <a:pt x="13018" y="2676"/>
                    </a:lnTo>
                    <a:lnTo>
                      <a:pt x="13423" y="2947"/>
                    </a:lnTo>
                    <a:lnTo>
                      <a:pt x="14278" y="3451"/>
                    </a:lnTo>
                    <a:lnTo>
                      <a:pt x="15289" y="4007"/>
                    </a:lnTo>
                    <a:lnTo>
                      <a:pt x="16354" y="4498"/>
                    </a:lnTo>
                    <a:lnTo>
                      <a:pt x="17126" y="4925"/>
                    </a:lnTo>
                    <a:lnTo>
                      <a:pt x="17853" y="5274"/>
                    </a:lnTo>
                    <a:lnTo>
                      <a:pt x="18467" y="5623"/>
                    </a:lnTo>
                    <a:lnTo>
                      <a:pt x="19037" y="5972"/>
                    </a:lnTo>
                    <a:lnTo>
                      <a:pt x="19524" y="6256"/>
                    </a:lnTo>
                    <a:lnTo>
                      <a:pt x="19929" y="6541"/>
                    </a:lnTo>
                    <a:lnTo>
                      <a:pt x="20296" y="6825"/>
                    </a:lnTo>
                    <a:lnTo>
                      <a:pt x="20536" y="7032"/>
                    </a:lnTo>
                    <a:lnTo>
                      <a:pt x="20746" y="7239"/>
                    </a:lnTo>
                    <a:lnTo>
                      <a:pt x="20866" y="7459"/>
                    </a:lnTo>
                    <a:lnTo>
                      <a:pt x="20948" y="7665"/>
                    </a:lnTo>
                    <a:lnTo>
                      <a:pt x="20985" y="7950"/>
                    </a:lnTo>
                    <a:lnTo>
                      <a:pt x="20948" y="8299"/>
                    </a:lnTo>
                    <a:lnTo>
                      <a:pt x="20866" y="8583"/>
                    </a:lnTo>
                    <a:lnTo>
                      <a:pt x="20701" y="8932"/>
                    </a:lnTo>
                    <a:lnTo>
                      <a:pt x="20461" y="9217"/>
                    </a:lnTo>
                    <a:lnTo>
                      <a:pt x="20176" y="9501"/>
                    </a:lnTo>
                    <a:lnTo>
                      <a:pt x="19809" y="9772"/>
                    </a:lnTo>
                    <a:lnTo>
                      <a:pt x="19404" y="10057"/>
                    </a:lnTo>
                    <a:lnTo>
                      <a:pt x="18954" y="10341"/>
                    </a:lnTo>
                    <a:lnTo>
                      <a:pt x="18422" y="10625"/>
                    </a:lnTo>
                    <a:lnTo>
                      <a:pt x="17853" y="10897"/>
                    </a:lnTo>
                    <a:lnTo>
                      <a:pt x="17246" y="11181"/>
                    </a:lnTo>
                    <a:lnTo>
                      <a:pt x="16593" y="11466"/>
                    </a:lnTo>
                    <a:lnTo>
                      <a:pt x="15214" y="12022"/>
                    </a:lnTo>
                    <a:lnTo>
                      <a:pt x="13663" y="12655"/>
                    </a:lnTo>
                    <a:lnTo>
                      <a:pt x="12037" y="13366"/>
                    </a:lnTo>
                    <a:lnTo>
                      <a:pt x="10328" y="14141"/>
                    </a:lnTo>
                    <a:lnTo>
                      <a:pt x="8582" y="15046"/>
                    </a:lnTo>
                    <a:lnTo>
                      <a:pt x="6835" y="16042"/>
                    </a:lnTo>
                    <a:lnTo>
                      <a:pt x="5044" y="17166"/>
                    </a:lnTo>
                    <a:lnTo>
                      <a:pt x="3298" y="18498"/>
                    </a:lnTo>
                    <a:lnTo>
                      <a:pt x="1626" y="19971"/>
                    </a:lnTo>
                    <a:lnTo>
                      <a:pt x="0" y="21600"/>
                    </a:lnTo>
                    <a:lnTo>
                      <a:pt x="2646" y="21600"/>
                    </a:lnTo>
                    <a:lnTo>
                      <a:pt x="4152" y="20256"/>
                    </a:lnTo>
                    <a:lnTo>
                      <a:pt x="5651" y="18989"/>
                    </a:lnTo>
                    <a:lnTo>
                      <a:pt x="7158" y="17942"/>
                    </a:lnTo>
                    <a:lnTo>
                      <a:pt x="8582" y="16946"/>
                    </a:lnTo>
                    <a:lnTo>
                      <a:pt x="10006" y="16042"/>
                    </a:lnTo>
                    <a:lnTo>
                      <a:pt x="11385" y="15331"/>
                    </a:lnTo>
                    <a:lnTo>
                      <a:pt x="12689" y="14633"/>
                    </a:lnTo>
                    <a:lnTo>
                      <a:pt x="13948" y="13999"/>
                    </a:lnTo>
                    <a:lnTo>
                      <a:pt x="15132" y="13508"/>
                    </a:lnTo>
                    <a:lnTo>
                      <a:pt x="16226" y="13017"/>
                    </a:lnTo>
                    <a:lnTo>
                      <a:pt x="17246" y="12590"/>
                    </a:lnTo>
                    <a:lnTo>
                      <a:pt x="18182" y="12241"/>
                    </a:lnTo>
                    <a:lnTo>
                      <a:pt x="18992" y="11815"/>
                    </a:lnTo>
                    <a:lnTo>
                      <a:pt x="19681" y="11530"/>
                    </a:lnTo>
                    <a:lnTo>
                      <a:pt x="20251" y="11181"/>
                    </a:lnTo>
                    <a:lnTo>
                      <a:pt x="20701" y="10832"/>
                    </a:lnTo>
                    <a:lnTo>
                      <a:pt x="20985" y="10548"/>
                    </a:lnTo>
                    <a:lnTo>
                      <a:pt x="21188" y="10264"/>
                    </a:lnTo>
                    <a:lnTo>
                      <a:pt x="21353" y="9915"/>
                    </a:lnTo>
                    <a:lnTo>
                      <a:pt x="21473" y="9630"/>
                    </a:lnTo>
                    <a:lnTo>
                      <a:pt x="21555" y="9359"/>
                    </a:lnTo>
                    <a:lnTo>
                      <a:pt x="21600" y="9074"/>
                    </a:lnTo>
                    <a:lnTo>
                      <a:pt x="21555" y="8506"/>
                    </a:lnTo>
                    <a:lnTo>
                      <a:pt x="21390" y="8014"/>
                    </a:lnTo>
                    <a:lnTo>
                      <a:pt x="21233" y="7601"/>
                    </a:lnTo>
                    <a:lnTo>
                      <a:pt x="20985" y="7239"/>
                    </a:lnTo>
                    <a:lnTo>
                      <a:pt x="20783" y="7032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003399"/>
                  </a:gs>
                  <a:gs pos="100000">
                    <a:srgbClr val="002E8B"/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3" name="Freeform 7"/>
              <p:cNvSpPr/>
              <p:nvPr/>
            </p:nvSpPr>
            <p:spPr>
              <a:xfrm>
                <a:off x="5168677" y="700087"/>
                <a:ext cx="2664771" cy="128746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6380"/>
                    </a:moveTo>
                    <a:lnTo>
                      <a:pt x="21411" y="15661"/>
                    </a:lnTo>
                    <a:lnTo>
                      <a:pt x="21223" y="15075"/>
                    </a:lnTo>
                    <a:lnTo>
                      <a:pt x="20862" y="14356"/>
                    </a:lnTo>
                    <a:lnTo>
                      <a:pt x="20382" y="13770"/>
                    </a:lnTo>
                    <a:lnTo>
                      <a:pt x="19267" y="12758"/>
                    </a:lnTo>
                    <a:lnTo>
                      <a:pt x="17877" y="11745"/>
                    </a:lnTo>
                    <a:lnTo>
                      <a:pt x="16196" y="10867"/>
                    </a:lnTo>
                    <a:lnTo>
                      <a:pt x="14429" y="10147"/>
                    </a:lnTo>
                    <a:lnTo>
                      <a:pt x="12473" y="9269"/>
                    </a:lnTo>
                    <a:lnTo>
                      <a:pt x="8561" y="7830"/>
                    </a:lnTo>
                    <a:lnTo>
                      <a:pt x="6708" y="6951"/>
                    </a:lnTo>
                    <a:lnTo>
                      <a:pt x="4941" y="6099"/>
                    </a:lnTo>
                    <a:lnTo>
                      <a:pt x="3346" y="5220"/>
                    </a:lnTo>
                    <a:lnTo>
                      <a:pt x="2042" y="4048"/>
                    </a:lnTo>
                    <a:lnTo>
                      <a:pt x="926" y="2903"/>
                    </a:lnTo>
                    <a:lnTo>
                      <a:pt x="566" y="2317"/>
                    </a:lnTo>
                    <a:lnTo>
                      <a:pt x="275" y="1598"/>
                    </a:lnTo>
                    <a:lnTo>
                      <a:pt x="86" y="879"/>
                    </a:lnTo>
                    <a:lnTo>
                      <a:pt x="0" y="0"/>
                    </a:lnTo>
                    <a:lnTo>
                      <a:pt x="0" y="1012"/>
                    </a:lnTo>
                    <a:lnTo>
                      <a:pt x="86" y="1598"/>
                    </a:lnTo>
                    <a:lnTo>
                      <a:pt x="275" y="2317"/>
                    </a:lnTo>
                    <a:lnTo>
                      <a:pt x="566" y="3036"/>
                    </a:lnTo>
                    <a:lnTo>
                      <a:pt x="926" y="3782"/>
                    </a:lnTo>
                    <a:lnTo>
                      <a:pt x="1493" y="4634"/>
                    </a:lnTo>
                    <a:lnTo>
                      <a:pt x="2145" y="5513"/>
                    </a:lnTo>
                    <a:lnTo>
                      <a:pt x="3071" y="6392"/>
                    </a:lnTo>
                    <a:lnTo>
                      <a:pt x="4186" y="7404"/>
                    </a:lnTo>
                    <a:lnTo>
                      <a:pt x="5593" y="8256"/>
                    </a:lnTo>
                    <a:lnTo>
                      <a:pt x="7171" y="9269"/>
                    </a:lnTo>
                    <a:lnTo>
                      <a:pt x="9024" y="10147"/>
                    </a:lnTo>
                    <a:lnTo>
                      <a:pt x="11272" y="11026"/>
                    </a:lnTo>
                    <a:lnTo>
                      <a:pt x="12850" y="11586"/>
                    </a:lnTo>
                    <a:lnTo>
                      <a:pt x="14240" y="12331"/>
                    </a:lnTo>
                    <a:lnTo>
                      <a:pt x="15458" y="13051"/>
                    </a:lnTo>
                    <a:lnTo>
                      <a:pt x="16573" y="13636"/>
                    </a:lnTo>
                    <a:lnTo>
                      <a:pt x="17414" y="14356"/>
                    </a:lnTo>
                    <a:lnTo>
                      <a:pt x="18066" y="15075"/>
                    </a:lnTo>
                    <a:lnTo>
                      <a:pt x="18529" y="15794"/>
                    </a:lnTo>
                    <a:lnTo>
                      <a:pt x="18906" y="16513"/>
                    </a:lnTo>
                    <a:lnTo>
                      <a:pt x="19078" y="17259"/>
                    </a:lnTo>
                    <a:lnTo>
                      <a:pt x="19181" y="17978"/>
                    </a:lnTo>
                    <a:lnTo>
                      <a:pt x="19078" y="18564"/>
                    </a:lnTo>
                    <a:lnTo>
                      <a:pt x="18803" y="19283"/>
                    </a:lnTo>
                    <a:lnTo>
                      <a:pt x="18529" y="19869"/>
                    </a:lnTo>
                    <a:lnTo>
                      <a:pt x="18066" y="20428"/>
                    </a:lnTo>
                    <a:lnTo>
                      <a:pt x="16762" y="21600"/>
                    </a:lnTo>
                    <a:lnTo>
                      <a:pt x="17963" y="21014"/>
                    </a:lnTo>
                    <a:lnTo>
                      <a:pt x="18992" y="20428"/>
                    </a:lnTo>
                    <a:lnTo>
                      <a:pt x="19833" y="19869"/>
                    </a:lnTo>
                    <a:lnTo>
                      <a:pt x="20571" y="19283"/>
                    </a:lnTo>
                    <a:lnTo>
                      <a:pt x="21034" y="18697"/>
                    </a:lnTo>
                    <a:lnTo>
                      <a:pt x="21411" y="17978"/>
                    </a:lnTo>
                    <a:lnTo>
                      <a:pt x="21600" y="17259"/>
                    </a:lnTo>
                    <a:lnTo>
                      <a:pt x="21600" y="16380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003399"/>
                  </a:gs>
                  <a:gs pos="100000">
                    <a:srgbClr val="002E8B"/>
                  </a:gs>
                </a:gsLst>
                <a:lin ang="27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4" name="Freeform 8"/>
              <p:cNvSpPr/>
              <p:nvPr/>
            </p:nvSpPr>
            <p:spPr>
              <a:xfrm>
                <a:off x="2480626" y="1771651"/>
                <a:ext cx="6030126" cy="153829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98" y="21355"/>
                    </a:moveTo>
                    <a:lnTo>
                      <a:pt x="0" y="21600"/>
                    </a:lnTo>
                    <a:lnTo>
                      <a:pt x="2964" y="21600"/>
                    </a:lnTo>
                    <a:lnTo>
                      <a:pt x="3290" y="21110"/>
                    </a:lnTo>
                    <a:lnTo>
                      <a:pt x="3662" y="20374"/>
                    </a:lnTo>
                    <a:lnTo>
                      <a:pt x="4200" y="19527"/>
                    </a:lnTo>
                    <a:lnTo>
                      <a:pt x="4814" y="18680"/>
                    </a:lnTo>
                    <a:lnTo>
                      <a:pt x="5512" y="17699"/>
                    </a:lnTo>
                    <a:lnTo>
                      <a:pt x="6338" y="16607"/>
                    </a:lnTo>
                    <a:lnTo>
                      <a:pt x="7286" y="15515"/>
                    </a:lnTo>
                    <a:lnTo>
                      <a:pt x="8355" y="14311"/>
                    </a:lnTo>
                    <a:lnTo>
                      <a:pt x="9545" y="12973"/>
                    </a:lnTo>
                    <a:lnTo>
                      <a:pt x="10864" y="11636"/>
                    </a:lnTo>
                    <a:lnTo>
                      <a:pt x="12305" y="10298"/>
                    </a:lnTo>
                    <a:lnTo>
                      <a:pt x="13867" y="8983"/>
                    </a:lnTo>
                    <a:lnTo>
                      <a:pt x="15595" y="7646"/>
                    </a:lnTo>
                    <a:lnTo>
                      <a:pt x="17445" y="6308"/>
                    </a:lnTo>
                    <a:lnTo>
                      <a:pt x="19462" y="4971"/>
                    </a:lnTo>
                    <a:lnTo>
                      <a:pt x="21600" y="3633"/>
                    </a:lnTo>
                    <a:lnTo>
                      <a:pt x="21600" y="0"/>
                    </a:lnTo>
                    <a:lnTo>
                      <a:pt x="21357" y="357"/>
                    </a:lnTo>
                    <a:lnTo>
                      <a:pt x="21024" y="736"/>
                    </a:lnTo>
                    <a:lnTo>
                      <a:pt x="20614" y="1204"/>
                    </a:lnTo>
                    <a:lnTo>
                      <a:pt x="20076" y="1694"/>
                    </a:lnTo>
                    <a:lnTo>
                      <a:pt x="19500" y="2185"/>
                    </a:lnTo>
                    <a:lnTo>
                      <a:pt x="18886" y="2675"/>
                    </a:lnTo>
                    <a:lnTo>
                      <a:pt x="18188" y="3277"/>
                    </a:lnTo>
                    <a:lnTo>
                      <a:pt x="17445" y="3767"/>
                    </a:lnTo>
                    <a:lnTo>
                      <a:pt x="14322" y="6175"/>
                    </a:lnTo>
                    <a:lnTo>
                      <a:pt x="12798" y="7267"/>
                    </a:lnTo>
                    <a:lnTo>
                      <a:pt x="12055" y="7891"/>
                    </a:lnTo>
                    <a:lnTo>
                      <a:pt x="11395" y="8493"/>
                    </a:lnTo>
                    <a:lnTo>
                      <a:pt x="8393" y="11279"/>
                    </a:lnTo>
                    <a:lnTo>
                      <a:pt x="6914" y="12862"/>
                    </a:lnTo>
                    <a:lnTo>
                      <a:pt x="5512" y="14422"/>
                    </a:lnTo>
                    <a:lnTo>
                      <a:pt x="4155" y="16005"/>
                    </a:lnTo>
                    <a:lnTo>
                      <a:pt x="2881" y="17699"/>
                    </a:lnTo>
                    <a:lnTo>
                      <a:pt x="1729" y="19527"/>
                    </a:lnTo>
                    <a:lnTo>
                      <a:pt x="698" y="21355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002A7D"/>
                  </a:gs>
                  <a:gs pos="100000">
                    <a:srgbClr val="003399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5" name="Freeform 9"/>
              <p:cNvSpPr/>
              <p:nvPr/>
            </p:nvSpPr>
            <p:spPr>
              <a:xfrm>
                <a:off x="2158906" y="-1"/>
                <a:ext cx="6364546" cy="330994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250" y="4569"/>
                    </a:moveTo>
                    <a:lnTo>
                      <a:pt x="10294" y="4911"/>
                    </a:lnTo>
                    <a:lnTo>
                      <a:pt x="10373" y="5190"/>
                    </a:lnTo>
                    <a:lnTo>
                      <a:pt x="10488" y="5470"/>
                    </a:lnTo>
                    <a:lnTo>
                      <a:pt x="10646" y="5698"/>
                    </a:lnTo>
                    <a:lnTo>
                      <a:pt x="11069" y="6143"/>
                    </a:lnTo>
                    <a:lnTo>
                      <a:pt x="11658" y="6599"/>
                    </a:lnTo>
                    <a:lnTo>
                      <a:pt x="12319" y="6941"/>
                    </a:lnTo>
                    <a:lnTo>
                      <a:pt x="13059" y="7273"/>
                    </a:lnTo>
                    <a:lnTo>
                      <a:pt x="13842" y="7614"/>
                    </a:lnTo>
                    <a:lnTo>
                      <a:pt x="15480" y="8174"/>
                    </a:lnTo>
                    <a:lnTo>
                      <a:pt x="16299" y="8516"/>
                    </a:lnTo>
                    <a:lnTo>
                      <a:pt x="17039" y="8795"/>
                    </a:lnTo>
                    <a:lnTo>
                      <a:pt x="17700" y="9137"/>
                    </a:lnTo>
                    <a:lnTo>
                      <a:pt x="18324" y="9531"/>
                    </a:lnTo>
                    <a:lnTo>
                      <a:pt x="18791" y="9925"/>
                    </a:lnTo>
                    <a:lnTo>
                      <a:pt x="18949" y="10153"/>
                    </a:lnTo>
                    <a:lnTo>
                      <a:pt x="19100" y="10432"/>
                    </a:lnTo>
                    <a:lnTo>
                      <a:pt x="19222" y="10660"/>
                    </a:lnTo>
                    <a:lnTo>
                      <a:pt x="19258" y="10940"/>
                    </a:lnTo>
                    <a:lnTo>
                      <a:pt x="19258" y="11220"/>
                    </a:lnTo>
                    <a:lnTo>
                      <a:pt x="19222" y="11447"/>
                    </a:lnTo>
                    <a:lnTo>
                      <a:pt x="19143" y="11675"/>
                    </a:lnTo>
                    <a:lnTo>
                      <a:pt x="18985" y="11903"/>
                    </a:lnTo>
                    <a:lnTo>
                      <a:pt x="18791" y="12121"/>
                    </a:lnTo>
                    <a:lnTo>
                      <a:pt x="18554" y="12297"/>
                    </a:lnTo>
                    <a:lnTo>
                      <a:pt x="18281" y="12515"/>
                    </a:lnTo>
                    <a:lnTo>
                      <a:pt x="17972" y="12691"/>
                    </a:lnTo>
                    <a:lnTo>
                      <a:pt x="17585" y="12856"/>
                    </a:lnTo>
                    <a:lnTo>
                      <a:pt x="17154" y="13022"/>
                    </a:lnTo>
                    <a:lnTo>
                      <a:pt x="16723" y="13198"/>
                    </a:lnTo>
                    <a:lnTo>
                      <a:pt x="16220" y="13364"/>
                    </a:lnTo>
                    <a:lnTo>
                      <a:pt x="15128" y="13758"/>
                    </a:lnTo>
                    <a:lnTo>
                      <a:pt x="13878" y="14214"/>
                    </a:lnTo>
                    <a:lnTo>
                      <a:pt x="12513" y="14721"/>
                    </a:lnTo>
                    <a:lnTo>
                      <a:pt x="10998" y="15281"/>
                    </a:lnTo>
                    <a:lnTo>
                      <a:pt x="9396" y="15954"/>
                    </a:lnTo>
                    <a:lnTo>
                      <a:pt x="7679" y="16752"/>
                    </a:lnTo>
                    <a:lnTo>
                      <a:pt x="5890" y="17705"/>
                    </a:lnTo>
                    <a:lnTo>
                      <a:pt x="3980" y="18834"/>
                    </a:lnTo>
                    <a:lnTo>
                      <a:pt x="2026" y="20129"/>
                    </a:lnTo>
                    <a:lnTo>
                      <a:pt x="0" y="21600"/>
                    </a:lnTo>
                    <a:lnTo>
                      <a:pt x="1092" y="21600"/>
                    </a:lnTo>
                    <a:lnTo>
                      <a:pt x="1753" y="21486"/>
                    </a:lnTo>
                    <a:lnTo>
                      <a:pt x="2773" y="20637"/>
                    </a:lnTo>
                    <a:lnTo>
                      <a:pt x="3857" y="19787"/>
                    </a:lnTo>
                    <a:lnTo>
                      <a:pt x="5028" y="19000"/>
                    </a:lnTo>
                    <a:lnTo>
                      <a:pt x="6314" y="18264"/>
                    </a:lnTo>
                    <a:lnTo>
                      <a:pt x="7643" y="17539"/>
                    </a:lnTo>
                    <a:lnTo>
                      <a:pt x="9044" y="16803"/>
                    </a:lnTo>
                    <a:lnTo>
                      <a:pt x="11931" y="15508"/>
                    </a:lnTo>
                    <a:lnTo>
                      <a:pt x="12556" y="15229"/>
                    </a:lnTo>
                    <a:lnTo>
                      <a:pt x="13253" y="14939"/>
                    </a:lnTo>
                    <a:lnTo>
                      <a:pt x="14697" y="14431"/>
                    </a:lnTo>
                    <a:lnTo>
                      <a:pt x="17656" y="13312"/>
                    </a:lnTo>
                    <a:lnTo>
                      <a:pt x="18324" y="13084"/>
                    </a:lnTo>
                    <a:lnTo>
                      <a:pt x="18985" y="12805"/>
                    </a:lnTo>
                    <a:lnTo>
                      <a:pt x="19610" y="12577"/>
                    </a:lnTo>
                    <a:lnTo>
                      <a:pt x="20156" y="12349"/>
                    </a:lnTo>
                    <a:lnTo>
                      <a:pt x="20659" y="12121"/>
                    </a:lnTo>
                    <a:lnTo>
                      <a:pt x="21054" y="11903"/>
                    </a:lnTo>
                    <a:lnTo>
                      <a:pt x="21363" y="11727"/>
                    </a:lnTo>
                    <a:lnTo>
                      <a:pt x="21600" y="11561"/>
                    </a:lnTo>
                    <a:lnTo>
                      <a:pt x="21600" y="9023"/>
                    </a:lnTo>
                    <a:lnTo>
                      <a:pt x="21126" y="8909"/>
                    </a:lnTo>
                    <a:lnTo>
                      <a:pt x="20544" y="8744"/>
                    </a:lnTo>
                    <a:lnTo>
                      <a:pt x="19919" y="8567"/>
                    </a:lnTo>
                    <a:lnTo>
                      <a:pt x="19179" y="8350"/>
                    </a:lnTo>
                    <a:lnTo>
                      <a:pt x="18439" y="8122"/>
                    </a:lnTo>
                    <a:lnTo>
                      <a:pt x="17656" y="7842"/>
                    </a:lnTo>
                    <a:lnTo>
                      <a:pt x="16098" y="7273"/>
                    </a:lnTo>
                    <a:lnTo>
                      <a:pt x="15358" y="6941"/>
                    </a:lnTo>
                    <a:lnTo>
                      <a:pt x="14697" y="6599"/>
                    </a:lnTo>
                    <a:lnTo>
                      <a:pt x="14072" y="6257"/>
                    </a:lnTo>
                    <a:lnTo>
                      <a:pt x="13526" y="5864"/>
                    </a:lnTo>
                    <a:lnTo>
                      <a:pt x="13102" y="5532"/>
                    </a:lnTo>
                    <a:lnTo>
                      <a:pt x="12786" y="5128"/>
                    </a:lnTo>
                    <a:lnTo>
                      <a:pt x="12707" y="4911"/>
                    </a:lnTo>
                    <a:lnTo>
                      <a:pt x="12628" y="4734"/>
                    </a:lnTo>
                    <a:lnTo>
                      <a:pt x="12592" y="4517"/>
                    </a:lnTo>
                    <a:lnTo>
                      <a:pt x="12628" y="4341"/>
                    </a:lnTo>
                    <a:lnTo>
                      <a:pt x="12786" y="3947"/>
                    </a:lnTo>
                    <a:lnTo>
                      <a:pt x="13023" y="3553"/>
                    </a:lnTo>
                    <a:lnTo>
                      <a:pt x="13375" y="3274"/>
                    </a:lnTo>
                    <a:lnTo>
                      <a:pt x="13799" y="2994"/>
                    </a:lnTo>
                    <a:lnTo>
                      <a:pt x="14266" y="2766"/>
                    </a:lnTo>
                    <a:lnTo>
                      <a:pt x="14812" y="2538"/>
                    </a:lnTo>
                    <a:lnTo>
                      <a:pt x="16062" y="2207"/>
                    </a:lnTo>
                    <a:lnTo>
                      <a:pt x="17462" y="1865"/>
                    </a:lnTo>
                    <a:lnTo>
                      <a:pt x="18870" y="1637"/>
                    </a:lnTo>
                    <a:lnTo>
                      <a:pt x="20307" y="1295"/>
                    </a:lnTo>
                    <a:lnTo>
                      <a:pt x="20975" y="1129"/>
                    </a:lnTo>
                    <a:lnTo>
                      <a:pt x="21600" y="901"/>
                    </a:lnTo>
                    <a:lnTo>
                      <a:pt x="21600" y="0"/>
                    </a:lnTo>
                    <a:lnTo>
                      <a:pt x="20896" y="228"/>
                    </a:lnTo>
                    <a:lnTo>
                      <a:pt x="20077" y="456"/>
                    </a:lnTo>
                    <a:lnTo>
                      <a:pt x="19222" y="684"/>
                    </a:lnTo>
                    <a:lnTo>
                      <a:pt x="18324" y="849"/>
                    </a:lnTo>
                    <a:lnTo>
                      <a:pt x="16414" y="1243"/>
                    </a:lnTo>
                    <a:lnTo>
                      <a:pt x="15480" y="1409"/>
                    </a:lnTo>
                    <a:lnTo>
                      <a:pt x="14582" y="1637"/>
                    </a:lnTo>
                    <a:lnTo>
                      <a:pt x="13684" y="1803"/>
                    </a:lnTo>
                    <a:lnTo>
                      <a:pt x="12865" y="2093"/>
                    </a:lnTo>
                    <a:lnTo>
                      <a:pt x="12125" y="2372"/>
                    </a:lnTo>
                    <a:lnTo>
                      <a:pt x="11500" y="2704"/>
                    </a:lnTo>
                    <a:lnTo>
                      <a:pt x="10954" y="3108"/>
                    </a:lnTo>
                    <a:lnTo>
                      <a:pt x="10567" y="3502"/>
                    </a:lnTo>
                    <a:lnTo>
                      <a:pt x="10452" y="3719"/>
                    </a:lnTo>
                    <a:lnTo>
                      <a:pt x="10329" y="4009"/>
                    </a:lnTo>
                    <a:lnTo>
                      <a:pt x="10250" y="4289"/>
                    </a:lnTo>
                    <a:lnTo>
                      <a:pt x="10250" y="4569"/>
                    </a:lnTo>
                    <a:close/>
                  </a:path>
                </a:pathLst>
              </a:custGeom>
              <a:solidFill>
                <a:srgbClr val="003399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  <p:sp>
            <p:nvSpPr>
              <p:cNvPr id="6" name="Freeform 10"/>
              <p:cNvSpPr/>
              <p:nvPr/>
            </p:nvSpPr>
            <p:spPr>
              <a:xfrm>
                <a:off x="5869264" y="138112"/>
                <a:ext cx="2641489" cy="85566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3305"/>
                    </a:moveTo>
                    <a:lnTo>
                      <a:pt x="0" y="14427"/>
                    </a:lnTo>
                    <a:lnTo>
                      <a:pt x="87" y="15509"/>
                    </a:lnTo>
                    <a:lnTo>
                      <a:pt x="467" y="16591"/>
                    </a:lnTo>
                    <a:lnTo>
                      <a:pt x="935" y="17472"/>
                    </a:lnTo>
                    <a:lnTo>
                      <a:pt x="1592" y="18554"/>
                    </a:lnTo>
                    <a:lnTo>
                      <a:pt x="2440" y="19636"/>
                    </a:lnTo>
                    <a:lnTo>
                      <a:pt x="3375" y="20518"/>
                    </a:lnTo>
                    <a:lnTo>
                      <a:pt x="4413" y="21600"/>
                    </a:lnTo>
                    <a:lnTo>
                      <a:pt x="3669" y="20718"/>
                    </a:lnTo>
                    <a:lnTo>
                      <a:pt x="3098" y="19636"/>
                    </a:lnTo>
                    <a:lnTo>
                      <a:pt x="2717" y="18755"/>
                    </a:lnTo>
                    <a:lnTo>
                      <a:pt x="2440" y="17913"/>
                    </a:lnTo>
                    <a:lnTo>
                      <a:pt x="2354" y="17032"/>
                    </a:lnTo>
                    <a:lnTo>
                      <a:pt x="2354" y="16150"/>
                    </a:lnTo>
                    <a:lnTo>
                      <a:pt x="2440" y="15268"/>
                    </a:lnTo>
                    <a:lnTo>
                      <a:pt x="3098" y="13745"/>
                    </a:lnTo>
                    <a:lnTo>
                      <a:pt x="3479" y="13104"/>
                    </a:lnTo>
                    <a:lnTo>
                      <a:pt x="4604" y="11782"/>
                    </a:lnTo>
                    <a:lnTo>
                      <a:pt x="6110" y="10499"/>
                    </a:lnTo>
                    <a:lnTo>
                      <a:pt x="7702" y="9377"/>
                    </a:lnTo>
                    <a:lnTo>
                      <a:pt x="9588" y="8536"/>
                    </a:lnTo>
                    <a:lnTo>
                      <a:pt x="11458" y="7654"/>
                    </a:lnTo>
                    <a:lnTo>
                      <a:pt x="15404" y="6131"/>
                    </a:lnTo>
                    <a:lnTo>
                      <a:pt x="17187" y="5450"/>
                    </a:lnTo>
                    <a:lnTo>
                      <a:pt x="18883" y="4809"/>
                    </a:lnTo>
                    <a:lnTo>
                      <a:pt x="20388" y="4609"/>
                    </a:lnTo>
                    <a:lnTo>
                      <a:pt x="21600" y="4168"/>
                    </a:lnTo>
                    <a:lnTo>
                      <a:pt x="21600" y="0"/>
                    </a:lnTo>
                    <a:lnTo>
                      <a:pt x="20094" y="882"/>
                    </a:lnTo>
                    <a:lnTo>
                      <a:pt x="18502" y="1523"/>
                    </a:lnTo>
                    <a:lnTo>
                      <a:pt x="15127" y="2845"/>
                    </a:lnTo>
                    <a:lnTo>
                      <a:pt x="11648" y="3727"/>
                    </a:lnTo>
                    <a:lnTo>
                      <a:pt x="8360" y="5049"/>
                    </a:lnTo>
                    <a:lnTo>
                      <a:pt x="6767" y="5691"/>
                    </a:lnTo>
                    <a:lnTo>
                      <a:pt x="5348" y="6332"/>
                    </a:lnTo>
                    <a:lnTo>
                      <a:pt x="3946" y="7213"/>
                    </a:lnTo>
                    <a:lnTo>
                      <a:pt x="2821" y="8095"/>
                    </a:lnTo>
                    <a:lnTo>
                      <a:pt x="1783" y="9177"/>
                    </a:lnTo>
                    <a:lnTo>
                      <a:pt x="935" y="10259"/>
                    </a:lnTo>
                    <a:lnTo>
                      <a:pt x="381" y="11782"/>
                    </a:lnTo>
                    <a:lnTo>
                      <a:pt x="0" y="13305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rgbClr val="002D86"/>
                  </a:gs>
                  <a:gs pos="100000">
                    <a:srgbClr val="003399"/>
                  </a:gs>
                </a:gsLst>
                <a:lin ang="27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  <a:latin typeface="Garamond"/>
                    <a:ea typeface="Garamond"/>
                    <a:cs typeface="Garamond"/>
                    <a:sym typeface="Garamond"/>
                  </a:defRPr>
                </a:pPr>
              </a:p>
            </p:txBody>
          </p:sp>
        </p:grpSp>
        <p:sp>
          <p:nvSpPr>
            <p:cNvPr id="8" name="Freeform 11"/>
            <p:cNvSpPr/>
            <p:nvPr/>
          </p:nvSpPr>
          <p:spPr>
            <a:xfrm>
              <a:off x="3373820" y="-2"/>
              <a:ext cx="3862753" cy="243999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7253" y="15998"/>
                  </a:moveTo>
                  <a:lnTo>
                    <a:pt x="9238" y="15601"/>
                  </a:lnTo>
                  <a:lnTo>
                    <a:pt x="11082" y="15204"/>
                  </a:lnTo>
                  <a:lnTo>
                    <a:pt x="12766" y="14880"/>
                  </a:lnTo>
                  <a:lnTo>
                    <a:pt x="14300" y="14483"/>
                  </a:lnTo>
                  <a:lnTo>
                    <a:pt x="15673" y="14072"/>
                  </a:lnTo>
                  <a:lnTo>
                    <a:pt x="16896" y="13675"/>
                  </a:lnTo>
                  <a:lnTo>
                    <a:pt x="18025" y="13189"/>
                  </a:lnTo>
                  <a:lnTo>
                    <a:pt x="18938" y="12792"/>
                  </a:lnTo>
                  <a:lnTo>
                    <a:pt x="19756" y="12234"/>
                  </a:lnTo>
                  <a:lnTo>
                    <a:pt x="20424" y="11763"/>
                  </a:lnTo>
                  <a:lnTo>
                    <a:pt x="20885" y="11116"/>
                  </a:lnTo>
                  <a:lnTo>
                    <a:pt x="21290" y="10469"/>
                  </a:lnTo>
                  <a:lnTo>
                    <a:pt x="21497" y="9837"/>
                  </a:lnTo>
                  <a:lnTo>
                    <a:pt x="21600" y="9028"/>
                  </a:lnTo>
                  <a:lnTo>
                    <a:pt x="21544" y="8234"/>
                  </a:lnTo>
                  <a:lnTo>
                    <a:pt x="21346" y="7352"/>
                  </a:lnTo>
                  <a:lnTo>
                    <a:pt x="21083" y="6720"/>
                  </a:lnTo>
                  <a:lnTo>
                    <a:pt x="20678" y="5999"/>
                  </a:lnTo>
                  <a:lnTo>
                    <a:pt x="20170" y="5352"/>
                  </a:lnTo>
                  <a:lnTo>
                    <a:pt x="19559" y="4720"/>
                  </a:lnTo>
                  <a:lnTo>
                    <a:pt x="18891" y="4073"/>
                  </a:lnTo>
                  <a:lnTo>
                    <a:pt x="18129" y="3441"/>
                  </a:lnTo>
                  <a:lnTo>
                    <a:pt x="16642" y="2309"/>
                  </a:lnTo>
                  <a:lnTo>
                    <a:pt x="15880" y="1838"/>
                  </a:lnTo>
                  <a:lnTo>
                    <a:pt x="15165" y="1353"/>
                  </a:lnTo>
                  <a:lnTo>
                    <a:pt x="14450" y="956"/>
                  </a:lnTo>
                  <a:lnTo>
                    <a:pt x="13886" y="632"/>
                  </a:lnTo>
                  <a:lnTo>
                    <a:pt x="13378" y="397"/>
                  </a:lnTo>
                  <a:lnTo>
                    <a:pt x="13020" y="147"/>
                  </a:lnTo>
                  <a:lnTo>
                    <a:pt x="12766" y="74"/>
                  </a:lnTo>
                  <a:lnTo>
                    <a:pt x="12663" y="0"/>
                  </a:lnTo>
                  <a:lnTo>
                    <a:pt x="14093" y="794"/>
                  </a:lnTo>
                  <a:lnTo>
                    <a:pt x="15570" y="1750"/>
                  </a:lnTo>
                  <a:lnTo>
                    <a:pt x="17000" y="2720"/>
                  </a:lnTo>
                  <a:lnTo>
                    <a:pt x="18326" y="3749"/>
                  </a:lnTo>
                  <a:lnTo>
                    <a:pt x="18938" y="4235"/>
                  </a:lnTo>
                  <a:lnTo>
                    <a:pt x="19455" y="4793"/>
                  </a:lnTo>
                  <a:lnTo>
                    <a:pt x="19963" y="5352"/>
                  </a:lnTo>
                  <a:lnTo>
                    <a:pt x="20424" y="5911"/>
                  </a:lnTo>
                  <a:lnTo>
                    <a:pt x="20782" y="6470"/>
                  </a:lnTo>
                  <a:lnTo>
                    <a:pt x="21036" y="7028"/>
                  </a:lnTo>
                  <a:lnTo>
                    <a:pt x="21186" y="7675"/>
                  </a:lnTo>
                  <a:lnTo>
                    <a:pt x="21290" y="8234"/>
                  </a:lnTo>
                  <a:lnTo>
                    <a:pt x="21243" y="8793"/>
                  </a:lnTo>
                  <a:lnTo>
                    <a:pt x="21083" y="9352"/>
                  </a:lnTo>
                  <a:lnTo>
                    <a:pt x="20829" y="9837"/>
                  </a:lnTo>
                  <a:lnTo>
                    <a:pt x="20424" y="10322"/>
                  </a:lnTo>
                  <a:lnTo>
                    <a:pt x="19963" y="10719"/>
                  </a:lnTo>
                  <a:lnTo>
                    <a:pt x="19399" y="11116"/>
                  </a:lnTo>
                  <a:lnTo>
                    <a:pt x="18787" y="11440"/>
                  </a:lnTo>
                  <a:lnTo>
                    <a:pt x="18072" y="11763"/>
                  </a:lnTo>
                  <a:lnTo>
                    <a:pt x="17254" y="12072"/>
                  </a:lnTo>
                  <a:lnTo>
                    <a:pt x="16445" y="12395"/>
                  </a:lnTo>
                  <a:lnTo>
                    <a:pt x="14601" y="12881"/>
                  </a:lnTo>
                  <a:lnTo>
                    <a:pt x="12710" y="13351"/>
                  </a:lnTo>
                  <a:lnTo>
                    <a:pt x="10668" y="13836"/>
                  </a:lnTo>
                  <a:lnTo>
                    <a:pt x="8683" y="14233"/>
                  </a:lnTo>
                  <a:lnTo>
                    <a:pt x="6736" y="14630"/>
                  </a:lnTo>
                  <a:lnTo>
                    <a:pt x="4901" y="15116"/>
                  </a:lnTo>
                  <a:lnTo>
                    <a:pt x="4083" y="15351"/>
                  </a:lnTo>
                  <a:lnTo>
                    <a:pt x="3321" y="15674"/>
                  </a:lnTo>
                  <a:lnTo>
                    <a:pt x="2606" y="15910"/>
                  </a:lnTo>
                  <a:lnTo>
                    <a:pt x="1938" y="16233"/>
                  </a:lnTo>
                  <a:lnTo>
                    <a:pt x="1383" y="16557"/>
                  </a:lnTo>
                  <a:lnTo>
                    <a:pt x="866" y="16880"/>
                  </a:lnTo>
                  <a:lnTo>
                    <a:pt x="508" y="17277"/>
                  </a:lnTo>
                  <a:lnTo>
                    <a:pt x="207" y="17674"/>
                  </a:lnTo>
                  <a:lnTo>
                    <a:pt x="56" y="18071"/>
                  </a:lnTo>
                  <a:lnTo>
                    <a:pt x="0" y="18556"/>
                  </a:lnTo>
                  <a:lnTo>
                    <a:pt x="103" y="19042"/>
                  </a:lnTo>
                  <a:lnTo>
                    <a:pt x="254" y="19512"/>
                  </a:lnTo>
                  <a:lnTo>
                    <a:pt x="508" y="19924"/>
                  </a:lnTo>
                  <a:lnTo>
                    <a:pt x="922" y="20321"/>
                  </a:lnTo>
                  <a:lnTo>
                    <a:pt x="1326" y="20644"/>
                  </a:lnTo>
                  <a:lnTo>
                    <a:pt x="1844" y="20953"/>
                  </a:lnTo>
                  <a:lnTo>
                    <a:pt x="2455" y="21277"/>
                  </a:lnTo>
                  <a:lnTo>
                    <a:pt x="3067" y="21600"/>
                  </a:lnTo>
                  <a:lnTo>
                    <a:pt x="2502" y="21203"/>
                  </a:lnTo>
                  <a:lnTo>
                    <a:pt x="2041" y="20791"/>
                  </a:lnTo>
                  <a:lnTo>
                    <a:pt x="1637" y="20394"/>
                  </a:lnTo>
                  <a:lnTo>
                    <a:pt x="1383" y="19997"/>
                  </a:lnTo>
                  <a:lnTo>
                    <a:pt x="1176" y="19600"/>
                  </a:lnTo>
                  <a:lnTo>
                    <a:pt x="1129" y="19203"/>
                  </a:lnTo>
                  <a:lnTo>
                    <a:pt x="1176" y="18792"/>
                  </a:lnTo>
                  <a:lnTo>
                    <a:pt x="1326" y="18483"/>
                  </a:lnTo>
                  <a:lnTo>
                    <a:pt x="1637" y="18071"/>
                  </a:lnTo>
                  <a:lnTo>
                    <a:pt x="1994" y="17762"/>
                  </a:lnTo>
                  <a:lnTo>
                    <a:pt x="2559" y="17439"/>
                  </a:lnTo>
                  <a:lnTo>
                    <a:pt x="3217" y="17115"/>
                  </a:lnTo>
                  <a:lnTo>
                    <a:pt x="3979" y="16792"/>
                  </a:lnTo>
                  <a:lnTo>
                    <a:pt x="4958" y="16483"/>
                  </a:lnTo>
                  <a:lnTo>
                    <a:pt x="6030" y="16233"/>
                  </a:lnTo>
                  <a:lnTo>
                    <a:pt x="7253" y="159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002B82"/>
                </a:gs>
                <a:gs pos="100000">
                  <a:srgbClr val="003399"/>
                </a:gs>
              </a:gsLst>
              <a:lin ang="27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Garamond"/>
                  <a:ea typeface="Garamond"/>
                  <a:cs typeface="Garamond"/>
                  <a:sym typeface="Garamond"/>
                </a:defRPr>
              </a:pPr>
            </a:p>
          </p:txBody>
        </p:sp>
      </p:grpSp>
      <p:sp>
        <p:nvSpPr>
          <p:cNvPr id="10" name="#23 讚美詩"/>
          <p:cNvSpPr txBox="1"/>
          <p:nvPr>
            <p:ph type="title" hasCustomPrompt="1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#23 讚美詩</a:t>
            </a:r>
          </a:p>
        </p:txBody>
      </p:sp>
      <p:sp>
        <p:nvSpPr>
          <p:cNvPr id="11" name="Body Level One…"/>
          <p:cNvSpPr txBox="1"/>
          <p:nvPr>
            <p:ph type="body" idx="1" hasCustomPrompt="1"/>
          </p:nvPr>
        </p:nvSpPr>
        <p:spPr>
          <a:xfrm>
            <a:off x="406400" y="1828800"/>
            <a:ext cx="11379200" cy="4724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讚美真神萬福之根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2" name="Slide Number"/>
          <p:cNvSpPr txBox="1"/>
          <p:nvPr>
            <p:ph type="sldNum" sz="quarter" idx="2"/>
          </p:nvPr>
        </p:nvSpPr>
        <p:spPr>
          <a:xfrm>
            <a:off x="8490587" y="6228081"/>
            <a:ext cx="247014" cy="256539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FFFFFF"/>
                </a:solidFill>
                <a:latin typeface="Garamond"/>
                <a:ea typeface="Garamond"/>
                <a:cs typeface="Garamond"/>
                <a:sym typeface="Garamond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400" u="none">
          <a:solidFill>
            <a:srgbClr val="FFFF00"/>
          </a:solidFill>
          <a:effectLst>
            <a:outerShdw sx="100000" sy="100000" kx="0" ky="0" algn="b" rotWithShape="0" blurRad="38100" dist="38100" dir="2700000">
              <a:srgbClr val="000000"/>
            </a:outerShdw>
          </a:effectLst>
          <a:uFillTx/>
          <a:latin typeface="PingFang TC-AZ"/>
          <a:ea typeface="PingFang TC-AZ"/>
          <a:cs typeface="PingFang TC-AZ"/>
          <a:sym typeface="PingFang TC-AZ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400" u="none">
          <a:solidFill>
            <a:srgbClr val="FFFF00"/>
          </a:solidFill>
          <a:effectLst>
            <a:outerShdw sx="100000" sy="100000" kx="0" ky="0" algn="b" rotWithShape="0" blurRad="38100" dist="38100" dir="2700000">
              <a:srgbClr val="000000"/>
            </a:outerShdw>
          </a:effectLst>
          <a:uFillTx/>
          <a:latin typeface="PingFang TC-AZ"/>
          <a:ea typeface="PingFang TC-AZ"/>
          <a:cs typeface="PingFang TC-AZ"/>
          <a:sym typeface="PingFang TC-AZ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400" u="none">
          <a:solidFill>
            <a:srgbClr val="FFFF00"/>
          </a:solidFill>
          <a:effectLst>
            <a:outerShdw sx="100000" sy="100000" kx="0" ky="0" algn="b" rotWithShape="0" blurRad="38100" dist="38100" dir="2700000">
              <a:srgbClr val="000000"/>
            </a:outerShdw>
          </a:effectLst>
          <a:uFillTx/>
          <a:latin typeface="PingFang TC-AZ"/>
          <a:ea typeface="PingFang TC-AZ"/>
          <a:cs typeface="PingFang TC-AZ"/>
          <a:sym typeface="PingFang TC-AZ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400" u="none">
          <a:solidFill>
            <a:srgbClr val="FFFF00"/>
          </a:solidFill>
          <a:effectLst>
            <a:outerShdw sx="100000" sy="100000" kx="0" ky="0" algn="b" rotWithShape="0" blurRad="38100" dist="38100" dir="2700000">
              <a:srgbClr val="000000"/>
            </a:outerShdw>
          </a:effectLst>
          <a:uFillTx/>
          <a:latin typeface="PingFang TC-AZ"/>
          <a:ea typeface="PingFang TC-AZ"/>
          <a:cs typeface="PingFang TC-AZ"/>
          <a:sym typeface="PingFang TC-AZ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400" u="none">
          <a:solidFill>
            <a:srgbClr val="FFFF00"/>
          </a:solidFill>
          <a:effectLst>
            <a:outerShdw sx="100000" sy="100000" kx="0" ky="0" algn="b" rotWithShape="0" blurRad="38100" dist="38100" dir="2700000">
              <a:srgbClr val="000000"/>
            </a:outerShdw>
          </a:effectLst>
          <a:uFillTx/>
          <a:latin typeface="PingFang TC-AZ"/>
          <a:ea typeface="PingFang TC-AZ"/>
          <a:cs typeface="PingFang TC-AZ"/>
          <a:sym typeface="PingFang TC-AZ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400" u="none">
          <a:solidFill>
            <a:srgbClr val="FFFF00"/>
          </a:solidFill>
          <a:effectLst>
            <a:outerShdw sx="100000" sy="100000" kx="0" ky="0" algn="b" rotWithShape="0" blurRad="38100" dist="38100" dir="2700000">
              <a:srgbClr val="000000"/>
            </a:outerShdw>
          </a:effectLst>
          <a:uFillTx/>
          <a:latin typeface="PingFang TC-AZ"/>
          <a:ea typeface="PingFang TC-AZ"/>
          <a:cs typeface="PingFang TC-AZ"/>
          <a:sym typeface="PingFang TC-AZ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400" u="none">
          <a:solidFill>
            <a:srgbClr val="FFFF00"/>
          </a:solidFill>
          <a:effectLst>
            <a:outerShdw sx="100000" sy="100000" kx="0" ky="0" algn="b" rotWithShape="0" blurRad="38100" dist="38100" dir="2700000">
              <a:srgbClr val="000000"/>
            </a:outerShdw>
          </a:effectLst>
          <a:uFillTx/>
          <a:latin typeface="PingFang TC-AZ"/>
          <a:ea typeface="PingFang TC-AZ"/>
          <a:cs typeface="PingFang TC-AZ"/>
          <a:sym typeface="PingFang TC-AZ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400" u="none">
          <a:solidFill>
            <a:srgbClr val="FFFF00"/>
          </a:solidFill>
          <a:effectLst>
            <a:outerShdw sx="100000" sy="100000" kx="0" ky="0" algn="b" rotWithShape="0" blurRad="38100" dist="38100" dir="2700000">
              <a:srgbClr val="000000"/>
            </a:outerShdw>
          </a:effectLst>
          <a:uFillTx/>
          <a:latin typeface="PingFang TC-AZ"/>
          <a:ea typeface="PingFang TC-AZ"/>
          <a:cs typeface="PingFang TC-AZ"/>
          <a:sym typeface="PingFang TC-AZ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400" u="none">
          <a:solidFill>
            <a:srgbClr val="FFFF00"/>
          </a:solidFill>
          <a:effectLst>
            <a:outerShdw sx="100000" sy="100000" kx="0" ky="0" algn="b" rotWithShape="0" blurRad="38100" dist="38100" dir="2700000">
              <a:srgbClr val="000000"/>
            </a:outerShdw>
          </a:effectLst>
          <a:uFillTx/>
          <a:latin typeface="PingFang TC-AZ"/>
          <a:ea typeface="PingFang TC-AZ"/>
          <a:cs typeface="PingFang TC-AZ"/>
          <a:sym typeface="PingFang TC-AZ"/>
        </a:defRPr>
      </a:lvl9pPr>
    </p:titleStyle>
    <p:bodyStyle>
      <a:lvl1pPr marL="342900" marR="0" indent="-342900" algn="ctr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5400" u="none">
          <a:solidFill>
            <a:srgbClr val="FFFF00"/>
          </a:solidFill>
          <a:effectLst>
            <a:outerShdw sx="100000" sy="100000" kx="0" ky="0" algn="b" rotWithShape="0" blurRad="38100" dist="38100" dir="2700000">
              <a:srgbClr val="000000"/>
            </a:outerShdw>
          </a:effectLst>
          <a:uFillTx/>
          <a:latin typeface="PingFang TC-AZ"/>
          <a:ea typeface="PingFang TC-AZ"/>
          <a:cs typeface="PingFang TC-AZ"/>
          <a:sym typeface="PingFang TC-AZ"/>
        </a:defRPr>
      </a:lvl1pPr>
      <a:lvl2pPr marL="1008289" marR="0" indent="-551088" algn="ctr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5400" u="none">
          <a:solidFill>
            <a:srgbClr val="FFFF00"/>
          </a:solidFill>
          <a:effectLst>
            <a:outerShdw sx="100000" sy="100000" kx="0" ky="0" algn="b" rotWithShape="0" blurRad="38100" dist="38100" dir="2700000">
              <a:srgbClr val="000000"/>
            </a:outerShdw>
          </a:effectLst>
          <a:uFillTx/>
          <a:latin typeface="PingFang TC-AZ"/>
          <a:ea typeface="PingFang TC-AZ"/>
          <a:cs typeface="PingFang TC-AZ"/>
          <a:sym typeface="PingFang TC-AZ"/>
        </a:defRPr>
      </a:lvl2pPr>
      <a:lvl3pPr marL="1428750" marR="0" indent="-514350" algn="ctr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5400" u="none">
          <a:solidFill>
            <a:srgbClr val="FFFF00"/>
          </a:solidFill>
          <a:effectLst>
            <a:outerShdw sx="100000" sy="100000" kx="0" ky="0" algn="b" rotWithShape="0" blurRad="38100" dist="38100" dir="2700000">
              <a:srgbClr val="000000"/>
            </a:outerShdw>
          </a:effectLst>
          <a:uFillTx/>
          <a:latin typeface="PingFang TC-AZ"/>
          <a:ea typeface="PingFang TC-AZ"/>
          <a:cs typeface="PingFang TC-AZ"/>
          <a:sym typeface="PingFang TC-AZ"/>
        </a:defRPr>
      </a:lvl3pPr>
      <a:lvl4pPr marL="1988820" marR="0" indent="-617219" algn="ctr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5400" u="none">
          <a:solidFill>
            <a:srgbClr val="FFFF00"/>
          </a:solidFill>
          <a:effectLst>
            <a:outerShdw sx="100000" sy="100000" kx="0" ky="0" algn="b" rotWithShape="0" blurRad="38100" dist="38100" dir="2700000">
              <a:srgbClr val="000000"/>
            </a:outerShdw>
          </a:effectLst>
          <a:uFillTx/>
          <a:latin typeface="PingFang TC-AZ"/>
          <a:ea typeface="PingFang TC-AZ"/>
          <a:cs typeface="PingFang TC-AZ"/>
          <a:sym typeface="PingFang TC-AZ"/>
        </a:defRPr>
      </a:lvl4pPr>
      <a:lvl5pPr marL="2446020" marR="0" indent="-617220" algn="ctr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5400" u="none">
          <a:solidFill>
            <a:srgbClr val="FFFF00"/>
          </a:solidFill>
          <a:effectLst>
            <a:outerShdw sx="100000" sy="100000" kx="0" ky="0" algn="b" rotWithShape="0" blurRad="38100" dist="38100" dir="2700000">
              <a:srgbClr val="000000"/>
            </a:outerShdw>
          </a:effectLst>
          <a:uFillTx/>
          <a:latin typeface="PingFang TC-AZ"/>
          <a:ea typeface="PingFang TC-AZ"/>
          <a:cs typeface="PingFang TC-AZ"/>
          <a:sym typeface="PingFang TC-AZ"/>
        </a:defRPr>
      </a:lvl5pPr>
      <a:lvl6pPr marL="2903218" marR="0" indent="-617218" algn="ctr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5400" u="none">
          <a:solidFill>
            <a:srgbClr val="FFFF00"/>
          </a:solidFill>
          <a:effectLst>
            <a:outerShdw sx="100000" sy="100000" kx="0" ky="0" algn="b" rotWithShape="0" blurRad="38100" dist="38100" dir="2700000">
              <a:srgbClr val="000000"/>
            </a:outerShdw>
          </a:effectLst>
          <a:uFillTx/>
          <a:latin typeface="PingFang TC-AZ"/>
          <a:ea typeface="PingFang TC-AZ"/>
          <a:cs typeface="PingFang TC-AZ"/>
          <a:sym typeface="PingFang TC-AZ"/>
        </a:defRPr>
      </a:lvl6pPr>
      <a:lvl7pPr marL="3360420" marR="0" indent="-617219" algn="ctr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5400" u="none">
          <a:solidFill>
            <a:srgbClr val="FFFF00"/>
          </a:solidFill>
          <a:effectLst>
            <a:outerShdw sx="100000" sy="100000" kx="0" ky="0" algn="b" rotWithShape="0" blurRad="38100" dist="38100" dir="2700000">
              <a:srgbClr val="000000"/>
            </a:outerShdw>
          </a:effectLst>
          <a:uFillTx/>
          <a:latin typeface="PingFang TC-AZ"/>
          <a:ea typeface="PingFang TC-AZ"/>
          <a:cs typeface="PingFang TC-AZ"/>
          <a:sym typeface="PingFang TC-AZ"/>
        </a:defRPr>
      </a:lvl7pPr>
      <a:lvl8pPr marL="3817620" marR="0" indent="-617219" algn="ctr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5400" u="none">
          <a:solidFill>
            <a:srgbClr val="FFFF00"/>
          </a:solidFill>
          <a:effectLst>
            <a:outerShdw sx="100000" sy="100000" kx="0" ky="0" algn="b" rotWithShape="0" blurRad="38100" dist="38100" dir="2700000">
              <a:srgbClr val="000000"/>
            </a:outerShdw>
          </a:effectLst>
          <a:uFillTx/>
          <a:latin typeface="PingFang TC-AZ"/>
          <a:ea typeface="PingFang TC-AZ"/>
          <a:cs typeface="PingFang TC-AZ"/>
          <a:sym typeface="PingFang TC-AZ"/>
        </a:defRPr>
      </a:lvl8pPr>
      <a:lvl9pPr marL="4274820" marR="0" indent="-617220" algn="ctr" defTabSz="914400" rtl="0" latinLnBrk="0">
        <a:lnSpc>
          <a:spcPct val="100000"/>
        </a:lnSpc>
        <a:spcBef>
          <a:spcPts val="600"/>
        </a:spcBef>
        <a:spcAft>
          <a:spcPts val="0"/>
        </a:spcAft>
        <a:buClrTx/>
        <a:buSzPct val="70000"/>
        <a:buFontTx/>
        <a:buChar char="■"/>
        <a:tabLst/>
        <a:defRPr b="0" baseline="0" cap="none" i="0" spc="0" strike="noStrike" sz="5400" u="none">
          <a:solidFill>
            <a:srgbClr val="FFFF00"/>
          </a:solidFill>
          <a:effectLst>
            <a:outerShdw sx="100000" sy="100000" kx="0" ky="0" algn="b" rotWithShape="0" blurRad="38100" dist="38100" dir="2700000">
              <a:srgbClr val="000000"/>
            </a:outerShdw>
          </a:effectLst>
          <a:uFillTx/>
          <a:latin typeface="PingFang TC-AZ"/>
          <a:ea typeface="PingFang TC-AZ"/>
          <a:cs typeface="PingFang TC-AZ"/>
          <a:sym typeface="PingFang TC-AZ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Garamond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信息「做門徒的代價」朱樂華 牧師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905255">
              <a:defRPr sz="5940">
                <a:effectLst>
                  <a:outerShdw sx="100000" sy="100000" kx="0" ky="0" algn="b" rotWithShape="0" blurRad="37719" dist="37719" dir="2700000">
                    <a:srgbClr val="000000"/>
                  </a:outerShdw>
                </a:effectLst>
              </a:defRPr>
            </a:pPr>
          </a:p>
        </p:txBody>
      </p:sp>
      <p:sp>
        <p:nvSpPr>
          <p:cNvPr id="99" name="Title"/>
          <p:cNvSpPr/>
          <p:nvPr>
            <p:ph type="body" sz="quarter" idx="12"/>
          </p:nvPr>
        </p:nvSpPr>
        <p:spPr>
          <a:prstGeom prst="roundRect">
            <a:avLst>
              <a:gd name="adj" fmla="val 0"/>
            </a:avLst>
          </a:prstGeom>
        </p:spPr>
        <p:txBody>
          <a:bodyPr/>
          <a:lstStyle/>
          <a:p>
            <a:pPr>
              <a:defRPr>
                <a:effectLst/>
              </a:defRPr>
            </a:pPr>
            <a:r>
              <a:t>Title</a:t>
            </a:r>
          </a:p>
        </p:txBody>
      </p:sp>
      <p:sp>
        <p:nvSpPr>
          <p:cNvPr id="100" name="神愛世人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Stream_blue">
  <a:themeElements>
    <a:clrScheme name="Stream_blue">
      <a:dk1>
        <a:srgbClr val="000514"/>
      </a:dk1>
      <a:lt1>
        <a:srgbClr val="003399"/>
      </a:lt1>
      <a:dk2>
        <a:srgbClr val="A7A7A7"/>
      </a:dk2>
      <a:lt2>
        <a:srgbClr val="535353"/>
      </a:lt2>
      <a:accent1>
        <a:srgbClr val="0099CC"/>
      </a:accent1>
      <a:accent2>
        <a:srgbClr val="A886E0"/>
      </a:accent2>
      <a:accent3>
        <a:srgbClr val="AAADCA"/>
      </a:accent3>
      <a:accent4>
        <a:srgbClr val="DADADA"/>
      </a:accent4>
      <a:accent5>
        <a:srgbClr val="AACAE2"/>
      </a:accent5>
      <a:accent6>
        <a:srgbClr val="9879CB"/>
      </a:accent6>
      <a:hlink>
        <a:srgbClr val="0000FF"/>
      </a:hlink>
      <a:folHlink>
        <a:srgbClr val="FF00FF"/>
      </a:folHlink>
    </a:clrScheme>
    <a:fontScheme name="Stream_blu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Stream_blu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3399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514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514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Stream_blue">
  <a:themeElements>
    <a:clrScheme name="Stream_blu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99CC"/>
      </a:accent1>
      <a:accent2>
        <a:srgbClr val="A886E0"/>
      </a:accent2>
      <a:accent3>
        <a:srgbClr val="AAADCA"/>
      </a:accent3>
      <a:accent4>
        <a:srgbClr val="DADADA"/>
      </a:accent4>
      <a:accent5>
        <a:srgbClr val="AACAE2"/>
      </a:accent5>
      <a:accent6>
        <a:srgbClr val="9879CB"/>
      </a:accent6>
      <a:hlink>
        <a:srgbClr val="0000FF"/>
      </a:hlink>
      <a:folHlink>
        <a:srgbClr val="FF00FF"/>
      </a:folHlink>
    </a:clrScheme>
    <a:fontScheme name="Stream_blu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Stream_blu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3399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514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514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