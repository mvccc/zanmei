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耶和華是愛 讓我安歇青草溪水邊</a:t>
            </a:r>
          </a:p>
          <a:p>
            <a:r>
              <a:t>神令我省察心中的幽暗 共度每一天</a:t>
            </a:r>
          </a:p>
          <a:p>
            <a:r>
              <a:t>耶和華是愛 在困境中他保守引領</a:t>
            </a:r>
          </a:p>
          <a:p>
            <a:r>
              <a:t>神為我擺設豐盛的恩典</a:t>
            </a:r>
          </a:p>
          <a:p>
            <a:r>
              <a:t>再危難也不改變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在世間主恩與共 他的愛常在我身邊</a:t>
            </a:r>
          </a:p>
          <a:p>
            <a:r>
              <a:t>神為我施恩惠保守勉勵 共同度此生</a:t>
            </a:r>
          </a:p>
          <a:p>
            <a:r>
              <a:t>耶和華是愛 讓我安歇青草溪水邊</a:t>
            </a:r>
          </a:p>
          <a:p>
            <a:r>
              <a:t>無限滿足快樂湧自心田</a:t>
            </a:r>
          </a:p>
          <a:p>
            <a:r>
              <a:t>再危難也不改變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耶和華是愛 讓我安歇青草溪水邊</a:t>
            </a:r>
          </a:p>
          <a:p>
            <a:r>
              <a:t>神令我省察心中的幽暗 共度每一天</a:t>
            </a:r>
          </a:p>
          <a:p>
            <a:r>
              <a:t>耶和華是愛 在困境中他保守引領</a:t>
            </a:r>
          </a:p>
          <a:p>
            <a:r>
              <a:t>神為我擺設豐盛的恩典</a:t>
            </a:r>
          </a:p>
          <a:p>
            <a:r>
              <a:t>再危難也不改變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在世間主恩與共 他的愛常在我身邊</a:t>
            </a:r>
          </a:p>
          <a:p>
            <a:r>
              <a:t>神為我施恩惠保守勉勵 共同度此生</a:t>
            </a:r>
          </a:p>
          <a:p>
            <a:r>
              <a:t>耶和華是愛 讓我安歇青草溪水邊</a:t>
            </a:r>
          </a:p>
          <a:p>
            <a:r>
              <a:t>無限滿足快樂湧自心田</a:t>
            </a:r>
          </a:p>
          <a:p>
            <a:r>
              <a:t>再危難也不改變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在世間主恩與共 他的愛常在我身邊</a:t>
            </a:r>
          </a:p>
          <a:p>
            <a:r>
              <a:t>神為我施恩惠保守勉勵 共同度此生</a:t>
            </a:r>
          </a:p>
          <a:p>
            <a:r>
              <a:t>耶和華是愛 讓我安歇青草溪水邊</a:t>
            </a:r>
          </a:p>
          <a:p>
            <a:r>
              <a:t>無限滿足快樂湧自心田</a:t>
            </a:r>
          </a:p>
          <a:p>
            <a:r>
              <a:t>再危難也不改變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有敬拜的聲音發出</a:t>
            </a:r>
          </a:p>
          <a:p>
            <a:r>
              <a:t>從最高的山到海洋深處</a:t>
            </a:r>
          </a:p>
          <a:p>
            <a:r>
              <a:t>神的兒女要唱一首新歌</a:t>
            </a:r>
          </a:p>
          <a:p>
            <a:r>
              <a:t>我們神要做新事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舊的事都已經過去</a:t>
            </a:r>
          </a:p>
          <a:p>
            <a:r>
              <a:t>在基督裡一切都要更新</a:t>
            </a:r>
          </a:p>
          <a:p>
            <a:r>
              <a:t>新的眼界 新的異象</a:t>
            </a:r>
          </a:p>
          <a:p>
            <a:r>
              <a:t>新的故事 新的方向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有敬拜的聲音發出</a:t>
            </a:r>
          </a:p>
          <a:p>
            <a:r>
              <a:t>從最高的山到海洋深處</a:t>
            </a:r>
          </a:p>
          <a:p>
            <a:r>
              <a:t>神的兒女要唱一首新歌</a:t>
            </a:r>
          </a:p>
          <a:p>
            <a:r>
              <a:t>我們神要做新事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舊的事都已經過去</a:t>
            </a:r>
          </a:p>
          <a:p>
            <a:r>
              <a:t>在基督裡一切都要更新</a:t>
            </a:r>
          </a:p>
          <a:p>
            <a:r>
              <a:t>新的眼界 新的異象</a:t>
            </a:r>
          </a:p>
          <a:p>
            <a:r>
              <a:t>新的故事 新的方向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天要敞開恩膏傾倒下來</a:t>
            </a:r>
          </a:p>
          <a:p>
            <a:r>
              <a:t>神國度的榮耀彰顯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全地都要渴望呼喊</a:t>
            </a:r>
          </a:p>
          <a:p>
            <a:r>
              <a:t>榮耀的主我願祢來</a:t>
            </a:r>
          </a:p>
          <a:p>
            <a:r>
              <a:t>聖靈引領看見新的異象</a:t>
            </a:r>
          </a:p>
          <a:p>
            <a:r>
              <a:t>祢要做新的事在我們中間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