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新的異象，新的方向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有敬拜的聲音發出</a:t>
            </a:r>
          </a:p>
          <a:p>
            <a:r>
              <a:t>從最高的山到海洋深處</a:t>
            </a:r>
          </a:p>
          <a:p>
            <a:r>
              <a:t>神的兒女要唱一首新歌</a:t>
            </a:r>
          </a:p>
          <a:p>
            <a:r>
              <a:t>我們神要做新事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舊的事都已經過去</a:t>
            </a:r>
          </a:p>
          <a:p>
            <a:r>
              <a:t>在基督裡一切都要更新</a:t>
            </a:r>
          </a:p>
          <a:p>
            <a:r>
              <a:t>新的眼界 新的異象</a:t>
            </a:r>
          </a:p>
          <a:p>
            <a:r>
              <a:t>新的故事 新的方向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有敬拜的聲音發出</a:t>
            </a:r>
          </a:p>
          <a:p>
            <a:r>
              <a:t>從最高的山到海洋深處</a:t>
            </a:r>
          </a:p>
          <a:p>
            <a:r>
              <a:t>神的兒女要唱一首新歌</a:t>
            </a:r>
          </a:p>
          <a:p>
            <a:r>
              <a:t>我們神要做新事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舊的事都已經過去</a:t>
            </a:r>
          </a:p>
          <a:p>
            <a:r>
              <a:t>在基督裡一切都要更新</a:t>
            </a:r>
          </a:p>
          <a:p>
            <a:r>
              <a:t>新的眼界 新的異象</a:t>
            </a:r>
          </a:p>
          <a:p>
            <a:r>
              <a:t>新的故事 新的方向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