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ＭＳ Ｐゴシック" pitchFamily="34" charset="-128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8" autoAdjust="0"/>
    <p:restoredTop sz="87405" autoAdjust="0"/>
  </p:normalViewPr>
  <p:slideViewPr>
    <p:cSldViewPr>
      <p:cViewPr varScale="1">
        <p:scale>
          <a:sx n="103" d="100"/>
          <a:sy n="103" d="100"/>
        </p:scale>
        <p:origin x="84" y="546"/>
      </p:cViewPr>
      <p:guideLst>
        <p:guide orient="horz" pos="2208"/>
        <p:guide pos="3840"/>
      </p:guideLst>
    </p:cSldViewPr>
  </p:slideViewPr>
  <p:outlineViewPr>
    <p:cViewPr>
      <p:scale>
        <a:sx n="33" d="100"/>
        <a:sy n="33" d="100"/>
      </p:scale>
      <p:origin x="0" y="82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842" y="69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32ED65-621B-4A85-963B-E06C253A11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64F68-866C-4344-8961-DADDD0600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F506A-96F6-4545-A9A6-12FC14918280}" type="datetimeFigureOut">
              <a:rPr lang="en-US" smtClean="0"/>
              <a:t>3/20/2019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97F82-CB22-4012-B2F6-4B1012876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36E2E-6A0E-4446-8BED-3879E9411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59DCA-BEA4-4116-9B24-56909B0DC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8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3D0ADD67-1D25-4DBC-9450-6D4ED4901E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5635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6F4C7C-4992-4730-A862-FA0FA1686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1600" y="989201"/>
            <a:ext cx="6019800" cy="4879597"/>
          </a:xfrm>
        </p:spPr>
        <p:txBody>
          <a:bodyPr/>
          <a:lstStyle>
            <a:lvl1pPr algn="l">
              <a:defRPr sz="4800"/>
            </a:lvl1pPr>
          </a:lstStyle>
          <a:p>
            <a:pPr lvl="0"/>
            <a:r>
              <a:rPr lang="zh-TW" altLang="en-US" dirty="0"/>
              <a:t>   請儘量往前或往中間坐</a:t>
            </a:r>
            <a:r>
              <a:rPr lang="en-US" altLang="zh-TW" dirty="0"/>
              <a:t>,</a:t>
            </a:r>
            <a:r>
              <a:rPr lang="zh-TW" altLang="en-US" dirty="0"/>
              <a:t>並將手機關閉或關至靜音</a:t>
            </a:r>
            <a:r>
              <a:rPr lang="en-US" altLang="zh-TW" dirty="0"/>
              <a:t>,</a:t>
            </a:r>
            <a:r>
              <a:rPr lang="zh-TW" altLang="en-US" dirty="0"/>
              <a:t>預備心敬拜！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2E5DB24-8222-490C-B1B6-342405084CD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72400" y="609600"/>
            <a:ext cx="3048000" cy="556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dirty="0"/>
              <a:t>手機</a:t>
            </a:r>
            <a:endParaRPr lang="en-US" altLang="zh-CN" dirty="0"/>
          </a:p>
          <a:p>
            <a:r>
              <a:rPr lang="zh-CN" altLang="en-US" dirty="0"/>
              <a:t>靜音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6F4C7C-4992-4730-A862-FA0FA1686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066800"/>
            <a:ext cx="10414000" cy="4267200"/>
          </a:xfrm>
        </p:spPr>
        <p:txBody>
          <a:bodyPr/>
          <a:lstStyle>
            <a:lvl1pPr algn="l">
              <a:defRPr sz="4800"/>
            </a:lvl1pPr>
          </a:lstStyle>
          <a:p>
            <a:pPr lvl="0"/>
            <a:r>
              <a:rPr lang="zh-TW" altLang="en-US" dirty="0"/>
              <a:t>  惟耶和華在他的聖殿中</a:t>
            </a:r>
            <a:r>
              <a:rPr lang="en-US" altLang="zh-TW" dirty="0"/>
              <a:t>;</a:t>
            </a:r>
          </a:p>
          <a:p>
            <a:pPr lvl="0"/>
            <a:r>
              <a:rPr lang="zh-TW" altLang="en-US" dirty="0"/>
              <a:t>全地的人，都當在他面前</a:t>
            </a:r>
            <a:endParaRPr lang="en-US" altLang="zh-TW" dirty="0"/>
          </a:p>
          <a:p>
            <a:pPr lvl="0"/>
            <a:r>
              <a:rPr lang="zh-TW" altLang="en-US" dirty="0"/>
              <a:t>肅敬靜默。</a:t>
            </a:r>
          </a:p>
          <a:p>
            <a:pPr lvl="0"/>
            <a:endParaRPr lang="zh-TW" altLang="en-US" dirty="0"/>
          </a:p>
          <a:p>
            <a:pPr lvl="0"/>
            <a:r>
              <a:rPr lang="zh-TW" altLang="en-US" dirty="0"/>
              <a:t>           	哈巴谷書 </a:t>
            </a:r>
            <a:r>
              <a:rPr lang="en-US" altLang="zh-TW" dirty="0"/>
              <a:t>2:20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33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y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u="none"/>
            </a:lvl1pPr>
          </a:lstStyle>
          <a:p>
            <a:r>
              <a:rPr lang="en-US" altLang="zh-CN" dirty="0"/>
              <a:t>#23 </a:t>
            </a:r>
            <a:r>
              <a:rPr lang="zh-CN" altLang="en-US" dirty="0"/>
              <a:t>三一頌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TW" altLang="en-US" dirty="0"/>
              <a:t>讚美真神萬福之根</a:t>
            </a:r>
          </a:p>
          <a:p>
            <a:pPr lvl="0"/>
            <a:r>
              <a:rPr lang="zh-TW" altLang="en-US" dirty="0"/>
              <a:t>世上萬民讚美主恩</a:t>
            </a:r>
          </a:p>
          <a:p>
            <a:pPr lvl="0"/>
            <a:r>
              <a:rPr lang="zh-TW" altLang="en-US" dirty="0"/>
              <a:t>天使天軍讚美主名</a:t>
            </a:r>
          </a:p>
          <a:p>
            <a:pPr lvl="0"/>
            <a:r>
              <a:rPr lang="zh-TW" altLang="en-US" dirty="0"/>
              <a:t>讚美聖父聖子聖靈</a:t>
            </a:r>
          </a:p>
          <a:p>
            <a:pPr lvl="0"/>
            <a:r>
              <a:rPr lang="zh-TW" altLang="en-US" dirty="0"/>
              <a:t>阿們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u="none"/>
            </a:lvl1pPr>
          </a:lstStyle>
          <a:p>
            <a:r>
              <a:rPr lang="zh-CN" altLang="en-US" dirty="0"/>
              <a:t>約翰福音 </a:t>
            </a:r>
            <a:r>
              <a:rPr lang="en-US" altLang="zh-CN" dirty="0"/>
              <a:t>3:16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 algn="l" eaLnBrk="1">
              <a:defRPr sz="4800" b="0"/>
            </a:lvl1pPr>
          </a:lstStyle>
          <a:p>
            <a:pPr lvl="0"/>
            <a:r>
              <a:rPr lang="en-US" altLang="zh-TW" dirty="0"/>
              <a:t>16 </a:t>
            </a:r>
            <a:r>
              <a:rPr lang="zh-CN" altLang="en-US" dirty="0"/>
              <a:t>神愛世人，甚至將他的獨生子賜給他們，叫一切信他的不至滅亡反得永生。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3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5214-B6AB-472E-B54B-F201E2FAC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000" u="none"/>
            </a:lvl1pPr>
          </a:lstStyle>
          <a:p>
            <a:r>
              <a:rPr lang="zh-CN" altLang="en-US" dirty="0"/>
              <a:t>本週金句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77F6-90A5-4911-B6B4-6AAD6A2906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828800"/>
            <a:ext cx="11379200" cy="4724400"/>
          </a:xfrm>
        </p:spPr>
        <p:txBody>
          <a:bodyPr/>
          <a:lstStyle>
            <a:lvl1pPr algn="l" eaLnBrk="1">
              <a:defRPr sz="4800"/>
            </a:lvl1pPr>
          </a:lstStyle>
          <a:p>
            <a:pPr lvl="0"/>
            <a:r>
              <a:rPr lang="zh-CN" altLang="en-US" dirty="0"/>
              <a:t>       神愛世人，甚至將他的獨生子賜給他們，叫一切信他的不至滅亡反得永生。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                   約翰福音</a:t>
            </a:r>
            <a:r>
              <a:rPr lang="en-US" altLang="zh-CN" dirty="0"/>
              <a:t>3:16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27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2EA7-804C-4EF7-BE6D-72C4B520F9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066800"/>
            <a:ext cx="11074400" cy="4876800"/>
          </a:xfrm>
        </p:spPr>
        <p:txBody>
          <a:bodyPr/>
          <a:lstStyle>
            <a:lvl1pPr>
              <a:defRPr sz="6000" b="1" u="none"/>
            </a:lvl1pPr>
          </a:lstStyle>
          <a:p>
            <a:r>
              <a:rPr lang="zh-CN" altLang="en-US" dirty="0"/>
              <a:t>信息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「做門徒的代價」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朱樂華 牧師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2362201"/>
            <a:ext cx="10363200" cy="132343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8000" b="1">
                <a:solidFill>
                  <a:srgbClr val="FFFF00"/>
                </a:solidFill>
                <a:latin typeface="+mn-ea"/>
                <a:ea typeface="+mn-ea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頌  讚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533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3657441" y="2128840"/>
            <a:ext cx="8523448" cy="4721225"/>
            <a:chOff x="1728" y="1341"/>
            <a:chExt cx="4027" cy="2974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0246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247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248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250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ea typeface="+mn-ea"/>
                  <a:cs typeface="+mn-cs"/>
                </a:endParaRPr>
              </a:p>
            </p:txBody>
          </p:sp>
        </p:grpSp>
        <p:sp>
          <p:nvSpPr>
            <p:cNvPr id="10251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/>
          </p:spPr>
          <p:txBody>
            <a:bodyPr/>
            <a:lstStyle/>
            <a:p>
              <a:pPr eaLnBrk="0" hangingPunct="0">
                <a:defRPr/>
              </a:pPr>
              <a:endParaRPr lang="en-US">
                <a:ea typeface="+mn-ea"/>
                <a:cs typeface="+mn-cs"/>
              </a:endParaRPr>
            </a:p>
          </p:txBody>
        </p:sp>
      </p:grpSp>
      <p:sp>
        <p:nvSpPr>
          <p:cNvPr id="10253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三一頌</a:t>
            </a:r>
            <a:endParaRPr lang="en-US" dirty="0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4" y="1722438"/>
            <a:ext cx="11522075" cy="49069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讚美真神萬福之根</a:t>
            </a:r>
          </a:p>
          <a:p>
            <a:pPr lvl="0"/>
            <a:r>
              <a:rPr lang="zh-TW" altLang="en-US" dirty="0"/>
              <a:t>世上萬民讚美主恩</a:t>
            </a:r>
          </a:p>
          <a:p>
            <a:pPr lvl="0"/>
            <a:r>
              <a:rPr lang="zh-TW" altLang="en-US" dirty="0"/>
              <a:t>天使天軍讚美主名</a:t>
            </a:r>
          </a:p>
          <a:p>
            <a:pPr lvl="0"/>
            <a:r>
              <a:rPr lang="zh-TW" altLang="en-US" dirty="0"/>
              <a:t>讚美聖父聖子聖靈</a:t>
            </a:r>
          </a:p>
          <a:p>
            <a:pPr lvl="0"/>
            <a:r>
              <a:rPr lang="zh-TW" altLang="en-US" dirty="0"/>
              <a:t>阿們</a:t>
            </a:r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0" r:id="rId1"/>
    <p:sldLayoutId id="2147483806" r:id="rId2"/>
    <p:sldLayoutId id="2147483801" r:id="rId3"/>
    <p:sldLayoutId id="2147483802" r:id="rId4"/>
    <p:sldLayoutId id="2147483803" r:id="rId5"/>
    <p:sldLayoutId id="2147483805" r:id="rId6"/>
    <p:sldLayoutId id="2147483796" r:id="rId7"/>
    <p:sldLayoutId id="2147483804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 b="1" u="none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ea"/>
          <a:ea typeface="+mn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  <a:ea typeface="ＭＳ Ｐゴシック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PMingLiU" pitchFamily="18" charset="-120"/>
        </a:defRPr>
      </a:lvl9pPr>
    </p:titleStyle>
    <p:bodyStyle>
      <a:lvl1pPr marL="342900" indent="-342900" algn="ctr" rtl="0" eaLnBrk="0" fontAlgn="base" hangingPunct="0">
        <a:spcBef>
          <a:spcPct val="1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defRPr sz="5400" b="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j-ea"/>
          <a:ea typeface="+mj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ea typeface="ＭＳ Ｐゴシック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主啊，我要做祢信徒</a:t>
            </a:r>
          </a:p>
          <a:p>
            <a:r>
              <a:t>在我心，在我心</a:t>
            </a:r>
          </a:p>
          <a:p>
            <a:r>
              <a:t>主啊，我要做祢信徒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在我心，在我心</a:t>
            </a:r>
          </a:p>
          <a:p>
            <a:r>
              <a:t>在我心，在我心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主啊，我要更加愛人</a:t>
            </a:r>
          </a:p>
          <a:p>
            <a:r>
              <a:t>在我心，在我心</a:t>
            </a:r>
          </a:p>
          <a:p>
            <a:r>
              <a:t>主啊，我要更加愛人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在我心，在我心</a:t>
            </a:r>
          </a:p>
          <a:p>
            <a:r>
              <a:t>在我心，在我心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主啊，我要更加聖潔</a:t>
            </a:r>
          </a:p>
          <a:p>
            <a:r>
              <a:t>在我心，在我心</a:t>
            </a:r>
          </a:p>
          <a:p>
            <a:r>
              <a:t>主啊，我要更加聖潔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在我心，在我心</a:t>
            </a:r>
          </a:p>
          <a:p>
            <a:r>
              <a:t>在我心，在我心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主啊，我要學習像祢</a:t>
            </a:r>
          </a:p>
          <a:p>
            <a:r>
              <a:t>在我心，在我心</a:t>
            </a:r>
          </a:p>
          <a:p>
            <a:r>
              <a:t>主啊，我要學習像祢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#306主，我願做祢信徒(4)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 在我心，在我心</a:t>
            </a:r>
          </a:p>
          <a:p>
            <a:r>
              <a:t>在我心，在我心</a:t>
            </a:r>
          </a:p>
          <a:p>
            <a:r>
              <a:t>在我心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_blue">
  <a:themeElements>
    <a:clrScheme name="Stream_blue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華康新魏">
      <a:majorFont>
        <a:latin typeface="DFPWeiBei-B5-AZ"/>
        <a:ea typeface="DFPWeiBei-B5-AZ"/>
        <a:cs typeface=""/>
      </a:majorFont>
      <a:minorFont>
        <a:latin typeface="DFPWeiBei-B5-AZ"/>
        <a:ea typeface="DFPWeiBei-B5-AZ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_blue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_blue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_blue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25889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DFPWeiBei-B5-AZ</vt:lpstr>
      <vt:lpstr>PMingLiU</vt:lpstr>
      <vt:lpstr>Arial</vt:lpstr>
      <vt:lpstr>Garamond</vt:lpstr>
      <vt:lpstr>Wingdings</vt:lpstr>
      <vt:lpstr>Stream_blue</vt:lpstr>
    </vt:vector>
  </TitlesOfParts>
  <Company>MS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MVCCC</dc:title>
  <dc:creator>SYSTEM</dc:creator>
  <cp:lastModifiedBy>Fu Dyno</cp:lastModifiedBy>
  <cp:revision>1005</cp:revision>
  <dcterms:created xsi:type="dcterms:W3CDTF">2018-12-08T16:36:59Z</dcterms:created>
  <dcterms:modified xsi:type="dcterms:W3CDTF">2019-03-21T06:09:41Z</dcterms:modified>
</cp:coreProperties>
</file>