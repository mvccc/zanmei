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media/image1.jpeg" ContentType="image/jpeg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Shape 216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17" name="Shape 217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, and hummus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61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Bowl of pappardelle pasta with parsley butter, roasted hazelnuts, and shaved parmesan cheese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7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8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09" name="Agenda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Agenda Subtitle</a:t>
            </a:r>
          </a:p>
        </p:txBody>
      </p:sp>
      <p:sp>
        <p:nvSpPr>
          <p:cNvPr id="11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36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Bowl of salad with fried rice, boiled eggs, and chopsticks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Bowl with salmon cakes, salad, and hummus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Bowl of pappardelle pasta with parsley butter, roasted hazelnuts, and shaved parmesan cheese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bowl of salad with fried rice, boiled eggs, and chopsticks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讚美讚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05;p70"/>
          <p:cNvSpPr/>
          <p:nvPr/>
        </p:nvSpPr>
        <p:spPr>
          <a:xfrm>
            <a:off x="32088" y="16044"/>
            <a:ext cx="24384001" cy="1371600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 algn="ctr" defTabSz="1828800">
              <a:lnSpc>
                <a:spcPct val="100000"/>
              </a:lnSpc>
              <a:spcBef>
                <a:spcPts val="0"/>
              </a:spcBef>
              <a:defRPr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70" name="Google Shape;109;p70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ln w="38100">
            <a:solidFill>
              <a:srgbClr val="451406"/>
            </a:solidFill>
            <a:miter/>
          </a:ln>
        </p:spPr>
        <p:txBody>
          <a:bodyPr lIns="0" tIns="0" rIns="0" bIns="0" anchor="ctr"/>
          <a:lstStyle/>
          <a:p>
            <a:pPr algn="ctr" defTabSz="1828800">
              <a:lnSpc>
                <a:spcPct val="100000"/>
              </a:lnSpc>
              <a:spcBef>
                <a:spcPts val="0"/>
              </a:spcBef>
              <a:defRPr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71" name="Google Shape;110;p70"/>
          <p:cNvSpPr/>
          <p:nvPr/>
        </p:nvSpPr>
        <p:spPr>
          <a:xfrm>
            <a:off x="0" y="32088"/>
            <a:ext cx="24384000" cy="13716001"/>
          </a:xfrm>
          <a:prstGeom prst="rect">
            <a:avLst/>
          </a:prstGeom>
          <a:solidFill>
            <a:srgbClr val="941100">
              <a:alpha val="21176"/>
            </a:srgbClr>
          </a:solidFill>
          <a:ln w="38100">
            <a:solidFill>
              <a:srgbClr val="A5300F"/>
            </a:solidFill>
            <a:miter/>
          </a:ln>
        </p:spPr>
        <p:txBody>
          <a:bodyPr lIns="0" tIns="0" rIns="0" bIns="0" anchor="ctr"/>
          <a:lstStyle/>
          <a:p>
            <a:pPr algn="ctr" defTabSz="1828800">
              <a:lnSpc>
                <a:spcPct val="100000"/>
              </a:lnSpc>
              <a:spcBef>
                <a:spcPts val="0"/>
              </a:spcBef>
              <a:defRPr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72" name="Body Level One…"/>
          <p:cNvSpPr txBox="1"/>
          <p:nvPr>
            <p:ph type="body" idx="1"/>
          </p:nvPr>
        </p:nvSpPr>
        <p:spPr>
          <a:xfrm>
            <a:off x="0" y="1992924"/>
            <a:ext cx="24384000" cy="7758798"/>
          </a:xfrm>
          <a:prstGeom prst="rect">
            <a:avLst/>
          </a:prstGeom>
        </p:spPr>
        <p:txBody>
          <a:bodyPr lIns="91399" tIns="91399" rIns="91399" bIns="91399"/>
          <a:lstStyle>
            <a:lvl1pPr marL="457200" indent="-228600" algn="ctr" defTabSz="1828800">
              <a:lnSpc>
                <a:spcPct val="150000"/>
              </a:lnSpc>
              <a:spcBef>
                <a:spcPts val="2000"/>
              </a:spcBef>
              <a:buSzTx/>
              <a:buNone/>
              <a:defRPr b="1" sz="8800">
                <a:latin typeface="Arial"/>
                <a:ea typeface="Arial"/>
                <a:cs typeface="Arial"/>
                <a:sym typeface="Arial"/>
              </a:defRPr>
            </a:lvl1pPr>
            <a:lvl2pPr marL="457200" indent="228600" algn="ctr" defTabSz="1828800">
              <a:lnSpc>
                <a:spcPct val="150000"/>
              </a:lnSpc>
              <a:spcBef>
                <a:spcPts val="2000"/>
              </a:spcBef>
              <a:buSzTx/>
              <a:buNone/>
              <a:defRPr b="1" sz="8800">
                <a:latin typeface="Arial"/>
                <a:ea typeface="Arial"/>
                <a:cs typeface="Arial"/>
                <a:sym typeface="Arial"/>
              </a:defRPr>
            </a:lvl2pPr>
            <a:lvl3pPr marL="457200" indent="685800" algn="ctr" defTabSz="1828800">
              <a:lnSpc>
                <a:spcPct val="150000"/>
              </a:lnSpc>
              <a:spcBef>
                <a:spcPts val="2000"/>
              </a:spcBef>
              <a:buSzTx/>
              <a:buNone/>
              <a:defRPr b="1" sz="8800">
                <a:latin typeface="Arial"/>
                <a:ea typeface="Arial"/>
                <a:cs typeface="Arial"/>
                <a:sym typeface="Arial"/>
              </a:defRPr>
            </a:lvl3pPr>
            <a:lvl4pPr marL="457200" indent="1143000" algn="ctr" defTabSz="1828800">
              <a:lnSpc>
                <a:spcPct val="150000"/>
              </a:lnSpc>
              <a:spcBef>
                <a:spcPts val="2000"/>
              </a:spcBef>
              <a:buSzTx/>
              <a:buNone/>
              <a:defRPr b="1" sz="8800">
                <a:latin typeface="Arial"/>
                <a:ea typeface="Arial"/>
                <a:cs typeface="Arial"/>
                <a:sym typeface="Arial"/>
              </a:defRPr>
            </a:lvl4pPr>
            <a:lvl5pPr marL="457200" indent="1600200" algn="ctr" defTabSz="1828800">
              <a:lnSpc>
                <a:spcPct val="150000"/>
              </a:lnSpc>
              <a:spcBef>
                <a:spcPts val="2000"/>
              </a:spcBef>
              <a:buSzTx/>
              <a:buNone/>
              <a:defRPr b="1" sz="8800">
                <a:latin typeface="Arial"/>
                <a:ea typeface="Arial"/>
                <a:cs typeface="Arial"/>
                <a:sym typeface="Arial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73" name="Google Shape;115;p71"/>
          <p:cNvSpPr txBox="1"/>
          <p:nvPr/>
        </p:nvSpPr>
        <p:spPr>
          <a:xfrm>
            <a:off x="1662341" y="12192000"/>
            <a:ext cx="4435993" cy="1173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399" tIns="91399" rIns="91399" bIns="91399">
            <a:spAutoFit/>
          </a:bodyPr>
          <a:lstStyle>
            <a:lvl1pPr defTabSz="1828800">
              <a:lnSpc>
                <a:spcPct val="100000"/>
              </a:lnSpc>
              <a:spcBef>
                <a:spcPts val="0"/>
              </a:spcBef>
              <a:defRPr b="1" i="1" sz="5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讚美讚美</a:t>
            </a:r>
          </a:p>
        </p:txBody>
      </p:sp>
      <p:sp>
        <p:nvSpPr>
          <p:cNvPr id="174" name="Slide Number"/>
          <p:cNvSpPr txBox="1"/>
          <p:nvPr>
            <p:ph type="sldNum" sz="quarter" idx="2"/>
          </p:nvPr>
        </p:nvSpPr>
        <p:spPr>
          <a:xfrm>
            <a:off x="11785600" y="12344400"/>
            <a:ext cx="5689600" cy="736601"/>
          </a:xfrm>
          <a:prstGeom prst="rect">
            <a:avLst/>
          </a:prstGeom>
        </p:spPr>
        <p:txBody>
          <a:bodyPr lIns="91399" tIns="91399" rIns="91399" bIns="91399" anchor="ctr"/>
          <a:lstStyle>
            <a:lvl1pPr algn="r" defTabSz="1828800">
              <a:defRPr sz="24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我需要有祢在我生命中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05;p70"/>
          <p:cNvSpPr/>
          <p:nvPr/>
        </p:nvSpPr>
        <p:spPr>
          <a:xfrm>
            <a:off x="32088" y="16044"/>
            <a:ext cx="24384001" cy="1371600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 algn="ctr" defTabSz="1828800">
              <a:lnSpc>
                <a:spcPct val="100000"/>
              </a:lnSpc>
              <a:spcBef>
                <a:spcPts val="0"/>
              </a:spcBef>
              <a:defRPr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82" name="Google Shape;109;p70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ln w="38100">
            <a:solidFill>
              <a:srgbClr val="451406"/>
            </a:solidFill>
            <a:miter/>
          </a:ln>
        </p:spPr>
        <p:txBody>
          <a:bodyPr lIns="0" tIns="0" rIns="0" bIns="0" anchor="ctr"/>
          <a:lstStyle/>
          <a:p>
            <a:pPr algn="ctr" defTabSz="1828800">
              <a:lnSpc>
                <a:spcPct val="100000"/>
              </a:lnSpc>
              <a:spcBef>
                <a:spcPts val="0"/>
              </a:spcBef>
              <a:defRPr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83" name="Google Shape;110;p70"/>
          <p:cNvSpPr/>
          <p:nvPr/>
        </p:nvSpPr>
        <p:spPr>
          <a:xfrm>
            <a:off x="0" y="32088"/>
            <a:ext cx="24384000" cy="13716001"/>
          </a:xfrm>
          <a:prstGeom prst="rect">
            <a:avLst/>
          </a:prstGeom>
          <a:solidFill>
            <a:srgbClr val="941100">
              <a:alpha val="21176"/>
            </a:srgbClr>
          </a:solidFill>
          <a:ln w="38100">
            <a:solidFill>
              <a:srgbClr val="A5300F"/>
            </a:solidFill>
            <a:miter/>
          </a:ln>
        </p:spPr>
        <p:txBody>
          <a:bodyPr lIns="0" tIns="0" rIns="0" bIns="0" anchor="ctr"/>
          <a:lstStyle/>
          <a:p>
            <a:pPr algn="ctr" defTabSz="1828800">
              <a:lnSpc>
                <a:spcPct val="100000"/>
              </a:lnSpc>
              <a:spcBef>
                <a:spcPts val="0"/>
              </a:spcBef>
              <a:defRPr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84" name="Body Level One…"/>
          <p:cNvSpPr txBox="1"/>
          <p:nvPr>
            <p:ph type="body" idx="1"/>
          </p:nvPr>
        </p:nvSpPr>
        <p:spPr>
          <a:xfrm>
            <a:off x="0" y="2110153"/>
            <a:ext cx="24384000" cy="7641569"/>
          </a:xfrm>
          <a:prstGeom prst="rect">
            <a:avLst/>
          </a:prstGeom>
        </p:spPr>
        <p:txBody>
          <a:bodyPr lIns="91399" tIns="91399" rIns="91399" bIns="91399"/>
          <a:lstStyle>
            <a:lvl1pPr marL="457200" indent="-228600" algn="ctr" defTabSz="1828800">
              <a:lnSpc>
                <a:spcPct val="150000"/>
              </a:lnSpc>
              <a:spcBef>
                <a:spcPts val="2000"/>
              </a:spcBef>
              <a:buSzTx/>
              <a:buNone/>
              <a:defRPr b="1" sz="8800">
                <a:latin typeface="Arial"/>
                <a:ea typeface="Arial"/>
                <a:cs typeface="Arial"/>
                <a:sym typeface="Arial"/>
              </a:defRPr>
            </a:lvl1pPr>
            <a:lvl2pPr marL="457200" indent="228600" algn="ctr" defTabSz="1828800">
              <a:lnSpc>
                <a:spcPct val="150000"/>
              </a:lnSpc>
              <a:spcBef>
                <a:spcPts val="2000"/>
              </a:spcBef>
              <a:buSzTx/>
              <a:buNone/>
              <a:defRPr b="1" sz="8800">
                <a:latin typeface="Arial"/>
                <a:ea typeface="Arial"/>
                <a:cs typeface="Arial"/>
                <a:sym typeface="Arial"/>
              </a:defRPr>
            </a:lvl2pPr>
            <a:lvl3pPr marL="457200" indent="685800" algn="ctr" defTabSz="1828800">
              <a:lnSpc>
                <a:spcPct val="150000"/>
              </a:lnSpc>
              <a:spcBef>
                <a:spcPts val="2000"/>
              </a:spcBef>
              <a:buSzTx/>
              <a:buNone/>
              <a:defRPr b="1" sz="8800">
                <a:latin typeface="Arial"/>
                <a:ea typeface="Arial"/>
                <a:cs typeface="Arial"/>
                <a:sym typeface="Arial"/>
              </a:defRPr>
            </a:lvl3pPr>
            <a:lvl4pPr marL="457200" indent="1143000" algn="ctr" defTabSz="1828800">
              <a:lnSpc>
                <a:spcPct val="150000"/>
              </a:lnSpc>
              <a:spcBef>
                <a:spcPts val="2000"/>
              </a:spcBef>
              <a:buSzTx/>
              <a:buNone/>
              <a:defRPr b="1" sz="8800">
                <a:latin typeface="Arial"/>
                <a:ea typeface="Arial"/>
                <a:cs typeface="Arial"/>
                <a:sym typeface="Arial"/>
              </a:defRPr>
            </a:lvl4pPr>
            <a:lvl5pPr marL="457200" indent="1600200" algn="ctr" defTabSz="1828800">
              <a:lnSpc>
                <a:spcPct val="150000"/>
              </a:lnSpc>
              <a:spcBef>
                <a:spcPts val="2000"/>
              </a:spcBef>
              <a:buSzTx/>
              <a:buNone/>
              <a:defRPr b="1" sz="8800">
                <a:latin typeface="Arial"/>
                <a:ea typeface="Arial"/>
                <a:cs typeface="Arial"/>
                <a:sym typeface="Arial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85" name="Google Shape;118;p72"/>
          <p:cNvSpPr txBox="1"/>
          <p:nvPr/>
        </p:nvSpPr>
        <p:spPr>
          <a:xfrm>
            <a:off x="1662341" y="12192000"/>
            <a:ext cx="7483992" cy="1173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399" tIns="91399" rIns="91399" bIns="91399">
            <a:spAutoFit/>
          </a:bodyPr>
          <a:lstStyle>
            <a:lvl1pPr defTabSz="1828800">
              <a:lnSpc>
                <a:spcPct val="100000"/>
              </a:lnSpc>
              <a:spcBef>
                <a:spcPts val="0"/>
              </a:spcBef>
              <a:defRPr b="1" i="1" sz="5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我需要有祢在我生命中</a:t>
            </a:r>
          </a:p>
        </p:txBody>
      </p:sp>
      <p:sp>
        <p:nvSpPr>
          <p:cNvPr id="186" name="Slide Number"/>
          <p:cNvSpPr txBox="1"/>
          <p:nvPr>
            <p:ph type="sldNum" sz="quarter" idx="2"/>
          </p:nvPr>
        </p:nvSpPr>
        <p:spPr>
          <a:xfrm>
            <a:off x="11785600" y="12344400"/>
            <a:ext cx="5689600" cy="736601"/>
          </a:xfrm>
          <a:prstGeom prst="rect">
            <a:avLst/>
          </a:prstGeom>
        </p:spPr>
        <p:txBody>
          <a:bodyPr lIns="91399" tIns="91399" rIns="91399" bIns="91399" anchor="ctr"/>
          <a:lstStyle>
            <a:lvl1pPr algn="r" defTabSz="1828800">
              <a:defRPr sz="24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如鷹展翅上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05;p70"/>
          <p:cNvSpPr/>
          <p:nvPr/>
        </p:nvSpPr>
        <p:spPr>
          <a:xfrm>
            <a:off x="32088" y="16044"/>
            <a:ext cx="24384001" cy="1371600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 algn="ctr" defTabSz="1828800">
              <a:lnSpc>
                <a:spcPct val="100000"/>
              </a:lnSpc>
              <a:spcBef>
                <a:spcPts val="0"/>
              </a:spcBef>
              <a:defRPr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94" name="Google Shape;109;p70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ln w="38100">
            <a:solidFill>
              <a:srgbClr val="451406"/>
            </a:solidFill>
            <a:miter/>
          </a:ln>
        </p:spPr>
        <p:txBody>
          <a:bodyPr lIns="0" tIns="0" rIns="0" bIns="0" anchor="ctr"/>
          <a:lstStyle/>
          <a:p>
            <a:pPr algn="ctr" defTabSz="1828800">
              <a:lnSpc>
                <a:spcPct val="100000"/>
              </a:lnSpc>
              <a:spcBef>
                <a:spcPts val="0"/>
              </a:spcBef>
              <a:defRPr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95" name="Google Shape;110;p70"/>
          <p:cNvSpPr/>
          <p:nvPr/>
        </p:nvSpPr>
        <p:spPr>
          <a:xfrm>
            <a:off x="0" y="32088"/>
            <a:ext cx="24384000" cy="13716001"/>
          </a:xfrm>
          <a:prstGeom prst="rect">
            <a:avLst/>
          </a:prstGeom>
          <a:solidFill>
            <a:srgbClr val="941100">
              <a:alpha val="21176"/>
            </a:srgbClr>
          </a:solidFill>
          <a:ln w="38100">
            <a:solidFill>
              <a:srgbClr val="A5300F"/>
            </a:solidFill>
            <a:miter/>
          </a:ln>
        </p:spPr>
        <p:txBody>
          <a:bodyPr lIns="0" tIns="0" rIns="0" bIns="0" anchor="ctr"/>
          <a:lstStyle/>
          <a:p>
            <a:pPr algn="ctr" defTabSz="1828800">
              <a:lnSpc>
                <a:spcPct val="100000"/>
              </a:lnSpc>
              <a:spcBef>
                <a:spcPts val="0"/>
              </a:spcBef>
              <a:defRPr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96" name="Body Level One…"/>
          <p:cNvSpPr txBox="1"/>
          <p:nvPr>
            <p:ph type="body" idx="1"/>
          </p:nvPr>
        </p:nvSpPr>
        <p:spPr>
          <a:xfrm>
            <a:off x="0" y="2039815"/>
            <a:ext cx="24384000" cy="7711908"/>
          </a:xfrm>
          <a:prstGeom prst="rect">
            <a:avLst/>
          </a:prstGeom>
        </p:spPr>
        <p:txBody>
          <a:bodyPr lIns="91399" tIns="91399" rIns="91399" bIns="91399"/>
          <a:lstStyle>
            <a:lvl1pPr marL="457200" indent="-228600" algn="ctr" defTabSz="1828800">
              <a:lnSpc>
                <a:spcPct val="150000"/>
              </a:lnSpc>
              <a:spcBef>
                <a:spcPts val="2000"/>
              </a:spcBef>
              <a:buSzTx/>
              <a:buNone/>
              <a:defRPr b="1" sz="8800">
                <a:latin typeface="Arial"/>
                <a:ea typeface="Arial"/>
                <a:cs typeface="Arial"/>
                <a:sym typeface="Arial"/>
              </a:defRPr>
            </a:lvl1pPr>
            <a:lvl2pPr marL="457200" indent="228600" algn="ctr" defTabSz="1828800">
              <a:lnSpc>
                <a:spcPct val="150000"/>
              </a:lnSpc>
              <a:spcBef>
                <a:spcPts val="2000"/>
              </a:spcBef>
              <a:buSzTx/>
              <a:buNone/>
              <a:defRPr b="1" sz="8800">
                <a:latin typeface="Arial"/>
                <a:ea typeface="Arial"/>
                <a:cs typeface="Arial"/>
                <a:sym typeface="Arial"/>
              </a:defRPr>
            </a:lvl2pPr>
            <a:lvl3pPr marL="457200" indent="685800" algn="ctr" defTabSz="1828800">
              <a:lnSpc>
                <a:spcPct val="150000"/>
              </a:lnSpc>
              <a:spcBef>
                <a:spcPts val="2000"/>
              </a:spcBef>
              <a:buSzTx/>
              <a:buNone/>
              <a:defRPr b="1" sz="8800">
                <a:latin typeface="Arial"/>
                <a:ea typeface="Arial"/>
                <a:cs typeface="Arial"/>
                <a:sym typeface="Arial"/>
              </a:defRPr>
            </a:lvl3pPr>
            <a:lvl4pPr marL="457200" indent="1143000" algn="ctr" defTabSz="1828800">
              <a:lnSpc>
                <a:spcPct val="150000"/>
              </a:lnSpc>
              <a:spcBef>
                <a:spcPts val="2000"/>
              </a:spcBef>
              <a:buSzTx/>
              <a:buNone/>
              <a:defRPr b="1" sz="8800">
                <a:latin typeface="Arial"/>
                <a:ea typeface="Arial"/>
                <a:cs typeface="Arial"/>
                <a:sym typeface="Arial"/>
              </a:defRPr>
            </a:lvl4pPr>
            <a:lvl5pPr marL="457200" indent="1600200" algn="ctr" defTabSz="1828800">
              <a:lnSpc>
                <a:spcPct val="150000"/>
              </a:lnSpc>
              <a:spcBef>
                <a:spcPts val="2000"/>
              </a:spcBef>
              <a:buSzTx/>
              <a:buNone/>
              <a:defRPr b="1" sz="8800">
                <a:latin typeface="Arial"/>
                <a:ea typeface="Arial"/>
                <a:cs typeface="Arial"/>
                <a:sym typeface="Arial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97" name="Google Shape;121;p73"/>
          <p:cNvSpPr txBox="1"/>
          <p:nvPr/>
        </p:nvSpPr>
        <p:spPr>
          <a:xfrm>
            <a:off x="1662341" y="12192000"/>
            <a:ext cx="7483992" cy="1173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399" tIns="91399" rIns="91399" bIns="91399">
            <a:spAutoFit/>
          </a:bodyPr>
          <a:lstStyle>
            <a:lvl1pPr defTabSz="1828800">
              <a:lnSpc>
                <a:spcPct val="100000"/>
              </a:lnSpc>
              <a:spcBef>
                <a:spcPts val="0"/>
              </a:spcBef>
              <a:defRPr b="1" i="1" sz="5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如鷹展翅上騰</a:t>
            </a:r>
          </a:p>
        </p:txBody>
      </p:sp>
      <p:sp>
        <p:nvSpPr>
          <p:cNvPr id="198" name="Slide Number"/>
          <p:cNvSpPr txBox="1"/>
          <p:nvPr>
            <p:ph type="sldNum" sz="quarter" idx="2"/>
          </p:nvPr>
        </p:nvSpPr>
        <p:spPr>
          <a:xfrm>
            <a:off x="11785600" y="12344400"/>
            <a:ext cx="5689600" cy="736601"/>
          </a:xfrm>
          <a:prstGeom prst="rect">
            <a:avLst/>
          </a:prstGeom>
        </p:spPr>
        <p:txBody>
          <a:bodyPr lIns="91399" tIns="91399" rIns="91399" bIns="91399" anchor="ctr"/>
          <a:lstStyle>
            <a:lvl1pPr algn="r" defTabSz="1828800">
              <a:defRPr sz="24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為愛降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105;p70"/>
          <p:cNvSpPr/>
          <p:nvPr/>
        </p:nvSpPr>
        <p:spPr>
          <a:xfrm>
            <a:off x="32088" y="16044"/>
            <a:ext cx="24384001" cy="1371600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 algn="ctr" defTabSz="1828800">
              <a:lnSpc>
                <a:spcPct val="100000"/>
              </a:lnSpc>
              <a:spcBef>
                <a:spcPts val="0"/>
              </a:spcBef>
              <a:defRPr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206" name="Google Shape;109;p70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ln w="38100">
            <a:solidFill>
              <a:srgbClr val="451406"/>
            </a:solidFill>
            <a:miter/>
          </a:ln>
        </p:spPr>
        <p:txBody>
          <a:bodyPr lIns="0" tIns="0" rIns="0" bIns="0" anchor="ctr"/>
          <a:lstStyle/>
          <a:p>
            <a:pPr algn="ctr" defTabSz="1828800">
              <a:lnSpc>
                <a:spcPct val="100000"/>
              </a:lnSpc>
              <a:spcBef>
                <a:spcPts val="0"/>
              </a:spcBef>
              <a:defRPr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207" name="Google Shape;110;p70"/>
          <p:cNvSpPr/>
          <p:nvPr/>
        </p:nvSpPr>
        <p:spPr>
          <a:xfrm>
            <a:off x="0" y="32088"/>
            <a:ext cx="24384000" cy="13716001"/>
          </a:xfrm>
          <a:prstGeom prst="rect">
            <a:avLst/>
          </a:prstGeom>
          <a:solidFill>
            <a:srgbClr val="941100">
              <a:alpha val="21176"/>
            </a:srgbClr>
          </a:solidFill>
          <a:ln w="38100">
            <a:solidFill>
              <a:srgbClr val="A5300F"/>
            </a:solidFill>
            <a:miter/>
          </a:ln>
        </p:spPr>
        <p:txBody>
          <a:bodyPr lIns="0" tIns="0" rIns="0" bIns="0" anchor="ctr"/>
          <a:lstStyle/>
          <a:p>
            <a:pPr algn="ctr" defTabSz="1828800">
              <a:lnSpc>
                <a:spcPct val="100000"/>
              </a:lnSpc>
              <a:spcBef>
                <a:spcPts val="0"/>
              </a:spcBef>
              <a:defRPr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208" name="Body Level One…"/>
          <p:cNvSpPr txBox="1"/>
          <p:nvPr>
            <p:ph type="body" idx="1"/>
          </p:nvPr>
        </p:nvSpPr>
        <p:spPr>
          <a:xfrm>
            <a:off x="0" y="2039815"/>
            <a:ext cx="24384000" cy="7711908"/>
          </a:xfrm>
          <a:prstGeom prst="rect">
            <a:avLst/>
          </a:prstGeom>
        </p:spPr>
        <p:txBody>
          <a:bodyPr lIns="91399" tIns="91399" rIns="91399" bIns="91399"/>
          <a:lstStyle>
            <a:lvl1pPr marL="457200" indent="-228600" algn="ctr" defTabSz="1828800">
              <a:lnSpc>
                <a:spcPct val="150000"/>
              </a:lnSpc>
              <a:spcBef>
                <a:spcPts val="2000"/>
              </a:spcBef>
              <a:buSzTx/>
              <a:buNone/>
              <a:defRPr b="1" sz="8800">
                <a:latin typeface="Arial"/>
                <a:ea typeface="Arial"/>
                <a:cs typeface="Arial"/>
                <a:sym typeface="Arial"/>
              </a:defRPr>
            </a:lvl1pPr>
            <a:lvl2pPr marL="457200" indent="228600" algn="ctr" defTabSz="1828800">
              <a:lnSpc>
                <a:spcPct val="150000"/>
              </a:lnSpc>
              <a:spcBef>
                <a:spcPts val="2000"/>
              </a:spcBef>
              <a:buSzTx/>
              <a:buNone/>
              <a:defRPr b="1" sz="8800">
                <a:latin typeface="Arial"/>
                <a:ea typeface="Arial"/>
                <a:cs typeface="Arial"/>
                <a:sym typeface="Arial"/>
              </a:defRPr>
            </a:lvl2pPr>
            <a:lvl3pPr marL="457200" indent="685800" algn="ctr" defTabSz="1828800">
              <a:lnSpc>
                <a:spcPct val="150000"/>
              </a:lnSpc>
              <a:spcBef>
                <a:spcPts val="2000"/>
              </a:spcBef>
              <a:buSzTx/>
              <a:buNone/>
              <a:defRPr b="1" sz="8800">
                <a:latin typeface="Arial"/>
                <a:ea typeface="Arial"/>
                <a:cs typeface="Arial"/>
                <a:sym typeface="Arial"/>
              </a:defRPr>
            </a:lvl3pPr>
            <a:lvl4pPr marL="457200" indent="1143000" algn="ctr" defTabSz="1828800">
              <a:lnSpc>
                <a:spcPct val="150000"/>
              </a:lnSpc>
              <a:spcBef>
                <a:spcPts val="2000"/>
              </a:spcBef>
              <a:buSzTx/>
              <a:buNone/>
              <a:defRPr b="1" sz="8800">
                <a:latin typeface="Arial"/>
                <a:ea typeface="Arial"/>
                <a:cs typeface="Arial"/>
                <a:sym typeface="Arial"/>
              </a:defRPr>
            </a:lvl4pPr>
            <a:lvl5pPr marL="457200" indent="1600200" algn="ctr" defTabSz="1828800">
              <a:lnSpc>
                <a:spcPct val="150000"/>
              </a:lnSpc>
              <a:spcBef>
                <a:spcPts val="2000"/>
              </a:spcBef>
              <a:buSzTx/>
              <a:buNone/>
              <a:defRPr b="1" sz="8800">
                <a:latin typeface="Arial"/>
                <a:ea typeface="Arial"/>
                <a:cs typeface="Arial"/>
                <a:sym typeface="Arial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09" name="Google Shape;124;p74"/>
          <p:cNvSpPr txBox="1"/>
          <p:nvPr/>
        </p:nvSpPr>
        <p:spPr>
          <a:xfrm>
            <a:off x="1662341" y="12192000"/>
            <a:ext cx="7483992" cy="1173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399" tIns="91399" rIns="91399" bIns="91399">
            <a:spAutoFit/>
          </a:bodyPr>
          <a:lstStyle>
            <a:lvl1pPr defTabSz="1828800">
              <a:lnSpc>
                <a:spcPct val="100000"/>
              </a:lnSpc>
              <a:spcBef>
                <a:spcPts val="0"/>
              </a:spcBef>
              <a:defRPr b="1" i="1" sz="5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為愛降生</a:t>
            </a:r>
          </a:p>
        </p:txBody>
      </p:sp>
      <p:sp>
        <p:nvSpPr>
          <p:cNvPr id="210" name="Slide Number"/>
          <p:cNvSpPr txBox="1"/>
          <p:nvPr>
            <p:ph type="sldNum" sz="quarter" idx="2"/>
          </p:nvPr>
        </p:nvSpPr>
        <p:spPr>
          <a:xfrm>
            <a:off x="11785600" y="12344400"/>
            <a:ext cx="5689600" cy="736601"/>
          </a:xfrm>
          <a:prstGeom prst="rect">
            <a:avLst/>
          </a:prstGeom>
        </p:spPr>
        <p:txBody>
          <a:bodyPr lIns="91399" tIns="91399" rIns="91399" bIns="91399" anchor="ctr"/>
          <a:lstStyle>
            <a:lvl1pPr algn="r" defTabSz="1828800">
              <a:defRPr sz="24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63;p7"/>
          <p:cNvSpPr txBox="1"/>
          <p:nvPr>
            <p:ph type="body" idx="1"/>
          </p:nvPr>
        </p:nvSpPr>
        <p:spPr>
          <a:xfrm>
            <a:off x="1676400" y="2778511"/>
            <a:ext cx="21031200" cy="8410856"/>
          </a:xfrm>
          <a:prstGeom prst="rect">
            <a:avLst/>
          </a:prstGeom>
        </p:spPr>
        <p:txBody>
          <a:bodyPr/>
          <a:lstStyle/>
          <a:p>
            <a:pPr marL="0" indent="0" defTabSz="1719072">
              <a:spcBef>
                <a:spcPts val="0"/>
              </a:spcBef>
              <a:defRPr sz="8272"/>
            </a:pPr>
            <a:r>
              <a:t>讚美  讚美  讚美耶穌慈愛救主</a:t>
            </a:r>
            <a:br/>
            <a:r>
              <a:t>全地高唱將主妙愛傳明</a:t>
            </a:r>
            <a:br/>
            <a:r>
              <a:t>讚美  讚美   榮耀天使俯伏歌唱</a:t>
            </a:r>
            <a:br/>
            <a:r>
              <a:t>榮耀  尊貴  都歸救主聖名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68;p8"/>
          <p:cNvSpPr txBox="1"/>
          <p:nvPr>
            <p:ph type="body" idx="1"/>
          </p:nvPr>
        </p:nvSpPr>
        <p:spPr>
          <a:xfrm>
            <a:off x="1676400" y="2117560"/>
            <a:ext cx="21031200" cy="8518357"/>
          </a:xfrm>
          <a:prstGeom prst="rect">
            <a:avLst/>
          </a:prstGeom>
        </p:spPr>
        <p:txBody>
          <a:bodyPr/>
          <a:lstStyle/>
          <a:p>
            <a:pPr marL="0" indent="0" defTabSz="1737360">
              <a:spcBef>
                <a:spcPts val="0"/>
              </a:spcBef>
              <a:defRPr sz="8360"/>
            </a:pPr>
            <a:r>
              <a:t>如同牧人耶穌保護祂小羊</a:t>
            </a:r>
            <a:br/>
            <a:r>
              <a:t>用祂膀臂終日懷抱撫養</a:t>
            </a:r>
            <a:br/>
            <a:r>
              <a:t>讚美  讚美   述說祂無比的大愛 </a:t>
            </a:r>
            <a:br/>
            <a:r>
              <a:t>讚美  讚美   歡呼直到萬代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73;p9"/>
          <p:cNvSpPr txBox="1"/>
          <p:nvPr>
            <p:ph type="body" idx="1"/>
          </p:nvPr>
        </p:nvSpPr>
        <p:spPr>
          <a:xfrm>
            <a:off x="0" y="2778511"/>
            <a:ext cx="24384000" cy="8098036"/>
          </a:xfrm>
          <a:prstGeom prst="rect">
            <a:avLst/>
          </a:prstGeom>
        </p:spPr>
        <p:txBody>
          <a:bodyPr/>
          <a:lstStyle/>
          <a:p>
            <a:pPr marL="0" indent="0" defTabSz="1645919">
              <a:spcBef>
                <a:spcPts val="0"/>
              </a:spcBef>
              <a:defRPr sz="7919"/>
            </a:pPr>
            <a:r>
              <a:t>讚美   讚美  讚美耶穌慈愛救主</a:t>
            </a:r>
            <a:br/>
            <a:r>
              <a:t>為我眾罪受苦流血死亡</a:t>
            </a:r>
            <a:br/>
            <a:r>
              <a:t>是我磐石是我永遠救恩盼望</a:t>
            </a:r>
            <a:br/>
            <a:r>
              <a:t>讚美   讚美   耶穌被釘君王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78;p10"/>
          <p:cNvSpPr txBox="1"/>
          <p:nvPr>
            <p:ph type="body" idx="1"/>
          </p:nvPr>
        </p:nvSpPr>
        <p:spPr>
          <a:xfrm>
            <a:off x="0" y="2286000"/>
            <a:ext cx="24384000" cy="8037094"/>
          </a:xfrm>
          <a:prstGeom prst="rect">
            <a:avLst/>
          </a:prstGeom>
        </p:spPr>
        <p:txBody>
          <a:bodyPr/>
          <a:lstStyle/>
          <a:p>
            <a:pPr marL="0" indent="0" defTabSz="1645919">
              <a:spcBef>
                <a:spcPts val="0"/>
              </a:spcBef>
              <a:defRPr sz="7919"/>
            </a:pPr>
            <a:r>
              <a:t>高聲讚美耶穌擔當我憂傷</a:t>
            </a:r>
            <a:br/>
            <a:r>
              <a:t>無比大愛奇妙深厚堅強</a:t>
            </a:r>
            <a:br/>
            <a:r>
              <a:t>讚美   讚美   述說祂無比的大愛 </a:t>
            </a:r>
            <a:br/>
            <a:r>
              <a:t>讚美   讚美   歡呼直到萬代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83;p11"/>
          <p:cNvSpPr txBox="1"/>
          <p:nvPr>
            <p:ph type="body" idx="1"/>
          </p:nvPr>
        </p:nvSpPr>
        <p:spPr>
          <a:xfrm>
            <a:off x="0" y="1997242"/>
            <a:ext cx="24384000" cy="8109285"/>
          </a:xfrm>
          <a:prstGeom prst="rect">
            <a:avLst/>
          </a:prstGeom>
        </p:spPr>
        <p:txBody>
          <a:bodyPr/>
          <a:lstStyle/>
          <a:p>
            <a:pPr marL="0" indent="0" defTabSz="1664208">
              <a:spcBef>
                <a:spcPts val="0"/>
              </a:spcBef>
              <a:defRPr sz="8008"/>
            </a:pPr>
            <a:r>
              <a:t>讚美   讚美   讚美耶穌慈愛救主</a:t>
            </a:r>
            <a:br/>
            <a:r>
              <a:t>天上眾聖高聲唱  和撒那</a:t>
            </a:r>
            <a:br/>
            <a:r>
              <a:t>耶穌基督掌權直到永永遠遠</a:t>
            </a:r>
            <a:br/>
            <a:r>
              <a:t>冠祂  冠祂   先知祭司君王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88;p12"/>
          <p:cNvSpPr txBox="1"/>
          <p:nvPr>
            <p:ph type="body" idx="1"/>
          </p:nvPr>
        </p:nvSpPr>
        <p:spPr>
          <a:xfrm>
            <a:off x="0" y="3153274"/>
            <a:ext cx="24384000" cy="7758601"/>
          </a:xfrm>
          <a:prstGeom prst="rect">
            <a:avLst/>
          </a:prstGeom>
        </p:spPr>
        <p:txBody>
          <a:bodyPr/>
          <a:lstStyle/>
          <a:p>
            <a:pPr marL="0" indent="0" defTabSz="1719072">
              <a:lnSpc>
                <a:spcPct val="135000"/>
              </a:lnSpc>
              <a:spcBef>
                <a:spcPts val="0"/>
              </a:spcBef>
              <a:defRPr sz="8272"/>
            </a:pPr>
            <a:r>
              <a:t>基督來臨戰勝罪惡與死亡</a:t>
            </a:r>
            <a:br/>
            <a:r>
              <a:t>榮耀權能都歸耶穌我王</a:t>
            </a:r>
            <a:br/>
            <a:r>
              <a:t>讚美   讚美   述說祂無比的大愛 </a:t>
            </a:r>
            <a:br/>
            <a:r>
              <a:t>讚美   讚美   歡呼直到萬代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