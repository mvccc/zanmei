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p:sldLayout xmlns:a="http://schemas.openxmlformats.org/drawingml/2006/main" xmlns:p="http://schemas.openxmlformats.org/presentationml/2006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56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56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 algn="ctr">
              <a:defRPr sz="36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憂苦弟兄容我勸你，</a:t>
            </a:r>
          </a:p>
          <a:p>
            <a:r>
              <a:t>常常記念耶穌名；</a:t>
            </a:r>
          </a:p>
          <a:p>
            <a:r>
              <a:t>這名使你煩悶變喜，</a:t>
            </a:r>
          </a:p>
          <a:p>
            <a:r>
              <a:t>疑懼消散心安平。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處處記念耶穌聖名，</a:t>
            </a:r>
          </a:p>
          <a:p>
            <a:r>
              <a:t>當作盾牌敵魔劍；</a:t>
            </a:r>
          </a:p>
          <a:p>
            <a:r>
              <a:t>眾惑環繞齊來攻逼，</a:t>
            </a:r>
          </a:p>
          <a:p>
            <a:r>
              <a:t>靠主聖名就得勝。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耶穌名字馨香寶貴，</a:t>
            </a:r>
          </a:p>
          <a:p>
            <a:r>
              <a:t>我一聽聞就歡欣；</a:t>
            </a:r>
          </a:p>
          <a:p>
            <a:r>
              <a:t>但願人人得其安慰，</a:t>
            </a:r>
          </a:p>
          <a:p>
            <a:r>
              <a:t>同我稱頌主聖名。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經歷世途艱辛疲累，</a:t>
            </a:r>
          </a:p>
          <a:p>
            <a:r>
              <a:t>聽見主名心歡暢；</a:t>
            </a:r>
          </a:p>
          <a:p>
            <a:r>
              <a:t>摘下冠冕主前伏拜，</a:t>
            </a:r>
          </a:p>
          <a:p>
            <a:r>
              <a:t>歡稱耶穌是我王。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名至寶，名最甜！</a:t>
            </a:r>
          </a:p>
          <a:p>
            <a:r>
              <a:t>地之望而天之樂;</a:t>
            </a:r>
          </a:p>
          <a:p>
            <a:r>
              <a:t>名至寶，名最甜！</a:t>
            </a:r>
          </a:p>
          <a:p>
            <a:r>
              <a:t>地之望而天之樂。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