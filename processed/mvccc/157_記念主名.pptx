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記念主名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憂苦弟兄容我勸你，常常記念耶穌名；這名使你煩悶變喜，疑懼消散心安平。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處處記念耶穌聖名，當作盾牌敵魔劍；眾惑環繞齊來攻逼，靠主聖名就得勝。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耶穌名字馨香寶貴，我一聽聞就歡欣；但願人人得其安慰，同我稱頌主聖名。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經歷世途艱辛疲累，聽見主名心歡暢；摘下冠冕主前伏拜，歡稱耶穌是我王。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名至寶，名最甜！地之望而天之樂，名至寶，名最甜！地之望而天之樂。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