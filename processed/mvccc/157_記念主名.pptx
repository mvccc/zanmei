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B0F14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6EFFE"/>
          </a:solidFill>
        </a:fill>
      </a:tcStyle>
    </a:wholeTbl>
    <a:band2H>
      <a:tcTxStyle b="def" i="def"/>
      <a:tcStyle>
        <a:tcBdr/>
        <a:fill>
          <a:solidFill>
            <a:srgbClr val="ECF7FE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DCE0E6"/>
          </a:solidFill>
        </a:fill>
      </a:tcStyle>
    </a:wholeTbl>
    <a:band2H>
      <a:tcTxStyle b="def" i="def"/>
      <a:tcStyle>
        <a:tcBdr/>
        <a:fill>
          <a:solidFill>
            <a:srgbClr val="EEF0F3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FBEACF"/>
          </a:solidFill>
        </a:fill>
      </a:tcStyle>
    </a:wholeTbl>
    <a:band2H>
      <a:tcTxStyle b="def" i="def"/>
      <a:tcStyle>
        <a:tcBdr/>
        <a:fill>
          <a:solidFill>
            <a:srgbClr val="FDF5E9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B0F14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381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381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solidFill>
            <a:srgbClr val="0B0F14">
              <a:alpha val="20000"/>
            </a:srgbClr>
          </a:solidFill>
        </a:fill>
      </a:tcStyle>
    </a:firstCol>
    <a:la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50800" cap="flat">
              <a:solidFill>
                <a:srgbClr val="0B0F14"/>
              </a:solidFill>
              <a:prstDash val="solid"/>
              <a:round/>
            </a:ln>
          </a:top>
          <a:bottom>
            <a:ln w="127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B0F14"/>
        </a:fontRef>
        <a:srgbClr val="0B0F14"/>
      </a:tcTxStyle>
      <a:tcStyle>
        <a:tcBdr>
          <a:left>
            <a:ln w="12700" cap="flat">
              <a:solidFill>
                <a:srgbClr val="0B0F14"/>
              </a:solidFill>
              <a:prstDash val="solid"/>
              <a:round/>
            </a:ln>
          </a:left>
          <a:right>
            <a:ln w="12700" cap="flat">
              <a:solidFill>
                <a:srgbClr val="0B0F14"/>
              </a:solidFill>
              <a:prstDash val="solid"/>
              <a:round/>
            </a:ln>
          </a:right>
          <a:top>
            <a:ln w="12700" cap="flat">
              <a:solidFill>
                <a:srgbClr val="0B0F14"/>
              </a:solidFill>
              <a:prstDash val="solid"/>
              <a:round/>
            </a:ln>
          </a:top>
          <a:bottom>
            <a:ln w="25400" cap="flat">
              <a:solidFill>
                <a:srgbClr val="0B0F14"/>
              </a:solidFill>
              <a:prstDash val="solid"/>
              <a:round/>
            </a:ln>
          </a:bottom>
          <a:insideH>
            <a:ln w="12700" cap="flat">
              <a:solidFill>
                <a:srgbClr val="0B0F14"/>
              </a:solidFill>
              <a:prstDash val="solid"/>
              <a:round/>
            </a:ln>
          </a:insideH>
          <a:insideV>
            <a:ln w="12700" cap="flat">
              <a:solidFill>
                <a:srgbClr val="0B0F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2" name="Shape 10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1" name="Title Text"/>
          <p:cNvSpPr txBox="1"/>
          <p:nvPr>
            <p:ph type="title"/>
          </p:nvPr>
        </p:nvSpPr>
        <p:spPr>
          <a:xfrm>
            <a:off x="264959" y="679008"/>
            <a:ext cx="7385769" cy="5499984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Body Level One…"/>
          <p:cNvSpPr txBox="1"/>
          <p:nvPr>
            <p:ph type="body" idx="21" hasCustomPrompt="1"/>
          </p:nvPr>
        </p:nvSpPr>
        <p:spPr>
          <a:xfrm>
            <a:off x="406400" y="1843762"/>
            <a:ext cx="11379201" cy="3170476"/>
          </a:xfrm>
          <a:prstGeom prst="rect">
            <a:avLst/>
          </a:prstGeom>
        </p:spPr>
        <p:txBody>
          <a:bodyPr/>
          <a:lstStyle>
            <a:lvl1pPr marL="339470" indent="-339470" defTabSz="905255">
              <a:spcBef>
                <a:spcPts val="400"/>
              </a:spcBef>
              <a:defRPr sz="6336">
                <a:effectLst>
                  <a:outerShdw sx="100000" sy="100000" kx="0" ky="0" algn="b" rotWithShape="0" blurRad="37719" dist="37719" dir="2700000">
                    <a:srgbClr val="0B0F14"/>
                  </a:outerShdw>
                </a:effectLst>
              </a:defRPr>
            </a:lvl1pPr>
          </a:lstStyle>
          <a:p>
            <a:pPr/>
            <a:r>
              <a:t>惟耶和華在他的聖殿中；全地的人，都當在他面前肅敬靜默。</a:t>
            </a:r>
          </a:p>
        </p:txBody>
      </p:sp>
      <p:sp>
        <p:nvSpPr>
          <p:cNvPr id="3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約翰福音 3:16</a:t>
            </a:r>
          </a:p>
        </p:txBody>
      </p:sp>
      <p:sp>
        <p:nvSpPr>
          <p:cNvPr id="38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神愛世人，甚至將他的獨生子賜給他們，叫一切信他的不至滅亡反得永生。</a:t>
            </a:r>
          </a:p>
        </p:txBody>
      </p:sp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60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47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       神愛世人，甚至將他的獨生子賜給他們，叫一切信他的不至滅亡反得永生。</a:t>
            </a:r>
          </a:p>
        </p:txBody>
      </p:sp>
      <p:sp>
        <p:nvSpPr>
          <p:cNvPr id="4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each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信息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b="1" sz="60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信息</a:t>
            </a:r>
          </a:p>
        </p:txBody>
      </p:sp>
      <p:sp>
        <p:nvSpPr>
          <p:cNvPr id="56" name="Body Level One…"/>
          <p:cNvSpPr txBox="1"/>
          <p:nvPr>
            <p:ph type="body" idx="21" hasCustomPrompt="1"/>
          </p:nvPr>
        </p:nvSpPr>
        <p:spPr>
          <a:prstGeom prst="rect">
            <a:avLst/>
          </a:prstGeom>
        </p:spPr>
        <p:txBody>
          <a:bodyPr/>
          <a:lstStyle>
            <a:lvl1pPr algn="ctr"/>
          </a:lstStyle>
          <a:p>
            <a:pPr/>
            <a:r>
              <a:t>神愛世人</a:t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頌讚"/>
          <p:cNvSpPr txBox="1"/>
          <p:nvPr>
            <p:ph type="title" hasCustomPrompt="1"/>
          </p:nvPr>
        </p:nvSpPr>
        <p:spPr>
          <a:xfrm>
            <a:off x="1219199" y="2670967"/>
            <a:ext cx="9753601" cy="1516065"/>
          </a:xfrm>
          <a:prstGeom prst="rect">
            <a:avLst/>
          </a:prstGeom>
        </p:spPr>
        <p:txBody>
          <a:bodyPr/>
          <a:lstStyle>
            <a:lvl1pPr>
              <a:defRPr b="1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#23 讚美詩"/>
          <p:cNvSpPr txBox="1"/>
          <p:nvPr>
            <p:ph type="title" hasCustomPrompt="1"/>
          </p:nvPr>
        </p:nvSpPr>
        <p:spPr>
          <a:xfrm>
            <a:off x="1158086" y="2743200"/>
            <a:ext cx="9875521" cy="1371600"/>
          </a:xfrm>
          <a:prstGeom prst="rect">
            <a:avLst/>
          </a:prstGeom>
        </p:spPr>
        <p:txBody>
          <a:bodyPr/>
          <a:lstStyle/>
          <a:p>
            <a:pPr/>
            <a:r>
              <a:t>#23 讚美詩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_lyr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dy Level One…"/>
          <p:cNvSpPr txBox="1"/>
          <p:nvPr>
            <p:ph type="body" idx="21" hasCustomPrompt="1"/>
          </p:nvPr>
        </p:nvSpPr>
        <p:spPr>
          <a:xfrm>
            <a:off x="406400" y="589901"/>
            <a:ext cx="11379200" cy="5678198"/>
          </a:xfrm>
          <a:prstGeom prst="rect">
            <a:avLst/>
          </a:prstGeom>
        </p:spPr>
        <p:txBody>
          <a:bodyPr/>
          <a:lstStyle>
            <a:lvl1pPr algn="ctr">
              <a:defRPr sz="7200"/>
            </a:lvl1pPr>
          </a:lstStyle>
          <a:p>
            <a:pPr/>
            <a:r>
              <a:t>惟獨仰賴活聖靈</a:t>
            </a:r>
          </a:p>
        </p:txBody>
      </p:sp>
      <p:sp>
        <p:nvSpPr>
          <p:cNvPr id="95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37" y="2128837"/>
            <a:ext cx="8523459" cy="4721233"/>
            <a:chOff x="-2" y="-2"/>
            <a:chExt cx="8523458" cy="4721232"/>
          </a:xfrm>
        </p:grpSpPr>
        <p:grpSp>
          <p:nvGrpSpPr>
            <p:cNvPr id="7" name="Group 5"/>
            <p:cNvGrpSpPr/>
            <p:nvPr/>
          </p:nvGrpSpPr>
          <p:grpSpPr>
            <a:xfrm>
              <a:off x="-3" y="1411286"/>
              <a:ext cx="8523459" cy="3309944"/>
              <a:chOff x="-1" y="-1"/>
              <a:chExt cx="8523457" cy="3309943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2" y="657225"/>
                <a:ext cx="6099979" cy="26527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9" y="700087"/>
                <a:ext cx="2664774" cy="128746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B0F14"/>
                  </a:gs>
                  <a:gs pos="100000">
                    <a:srgbClr val="132033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7" y="1771651"/>
                <a:ext cx="6030130" cy="153829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827"/>
                  </a:gs>
                  <a:gs pos="100000">
                    <a:srgbClr val="0B0F14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7" y="-2"/>
                <a:ext cx="6364550" cy="33099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B0F1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7" y="138112"/>
                <a:ext cx="2641491" cy="8556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111C2A"/>
                  </a:gs>
                  <a:gs pos="100000">
                    <a:srgbClr val="0B0F14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8FAFC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3"/>
              <a:ext cx="3862755" cy="24399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F172A"/>
                </a:gs>
                <a:gs pos="100000">
                  <a:srgbClr val="0B0F14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8FAFC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pic>
        <p:nvPicPr>
          <p:cNvPr id="10" name="MVCCC Logo" descr="MVCCC Logo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814255" y="5810865"/>
            <a:ext cx="2011681" cy="681376"/>
          </a:xfrm>
          <a:prstGeom prst="rect">
            <a:avLst/>
          </a:prstGeom>
          <a:ln w="12700">
            <a:miter lim="400000"/>
          </a:ln>
        </p:spPr>
      </p:pic>
      <p:sp>
        <p:nvSpPr>
          <p:cNvPr id="11" name="約翰福音 3:16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約翰福音 3:16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xfrm>
            <a:off x="8490590" y="6228082"/>
            <a:ext cx="247012" cy="256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8FAFC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PingFang TC Semibold"/>
          <a:ea typeface="PingFang TC Semibold"/>
          <a:cs typeface="PingFang TC Semibold"/>
          <a:sym typeface="PingFang TC Semi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1pPr>
      <a:lvl2pPr marL="947057" marR="0" indent="-489857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2pPr>
      <a:lvl3pPr marL="1371600" marR="0" indent="-45720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3pPr>
      <a:lvl4pPr marL="19202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4pPr>
      <a:lvl5pPr marL="23774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5pPr>
      <a:lvl6pPr marL="2834638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6pPr>
      <a:lvl7pPr marL="32918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7pPr>
      <a:lvl8pPr marL="3749040" marR="0" indent="-548638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8pPr>
      <a:lvl9pPr marL="4206240" marR="0" indent="-548640" algn="l" defTabSz="914400" rtl="0" latinLnBrk="0">
        <a:lnSpc>
          <a:spcPct val="100000"/>
        </a:lnSpc>
        <a:spcBef>
          <a:spcPts val="5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4800" u="none">
          <a:solidFill>
            <a:schemeClr val="accent6"/>
          </a:solidFill>
          <a:effectLst>
            <a:outerShdw sx="100000" sy="100000" kx="0" ky="0" algn="b" rotWithShape="0" blurRad="38100" dist="38100" dir="2700000">
              <a:srgbClr val="0B0F14"/>
            </a:outerShdw>
          </a:effectLst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記念主名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 憂苦弟兄容我勸你，常常記念耶穌名；</a:t>
            </a:r>
          </a:p>
          <a:p>
            <a:r>
              <a:t>這名使你煩悶變喜，疑懼消散心安平。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 處處記念耶穌聖名，當作盾牌敵魔劍；</a:t>
            </a:r>
          </a:p>
          <a:p>
            <a:r>
              <a:t>眾惑環繞齊來攻逼，靠主聖名就得勝。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 耶穌名字馨香寶貴，我一聽聞就歡欣；</a:t>
            </a:r>
          </a:p>
          <a:p>
            <a:r>
              <a:t>但願人人得其安慰，同我稱頌主聖名。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 經歷世途艱辛疲累，聽見主名心歡暢；</a:t>
            </a:r>
          </a:p>
          <a:p>
            <a:r>
              <a:t>摘下冠冕主前伏拜，歡稱耶穌是我王。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 名至寶，名最甜！</a:t>
            </a:r>
          </a:p>
          <a:p>
            <a:r>
              <a:t>地之望而天之樂，名至寶，名最甜！</a:t>
            </a:r>
          </a:p>
          <a:p>
            <a:r>
              <a:t>地之望而天之樂。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B0F14"/>
      </a:dk1>
      <a:lt1>
        <a:srgbClr val="0B0F14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7DD3FC"/>
      </a:accent1>
      <a:accent2>
        <a:srgbClr val="A5B4FC"/>
      </a:accent2>
      <a:accent3>
        <a:srgbClr val="94A3B8"/>
      </a:accent3>
      <a:accent4>
        <a:srgbClr val="E2E8F0"/>
      </a:accent4>
      <a:accent5>
        <a:srgbClr val="38BDF8"/>
      </a:accent5>
      <a:accent6>
        <a:srgbClr val="F6C453"/>
      </a:accent6>
      <a:hlink>
        <a:srgbClr val="0000FF"/>
      </a:hlink>
      <a:folHlink>
        <a:srgbClr val="FF00FF"/>
      </a:folHlink>
    </a:clrScheme>
    <a:fontScheme name="Stream_blu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B0F14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B0F14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