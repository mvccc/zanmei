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jpe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p="http://schemas.openxmlformats.org/presentationml/2006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5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latin typeface="Helvetica Neue"/>
                <a:ea typeface="Helvetica Neue"/>
                <a:cs typeface="Helvetica Neue"/>
                <a:sym typeface="Helvetica Neue"/>
              </a:defRPr>
              <a:lnSpc>
                <a:spcPct val="120000"/>
              </a:lnSpc>
            </a:lvl1pPr>
          </a:lstStyle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4.xml><?xml version="1.0" encoding="utf-8"?>
<p:sldLayout xmlns:a="http://schemas.openxmlformats.org/drawingml/2006/main" xmlns:p="http://schemas.openxmlformats.org/presentationml/2006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3800">
                <a:latin typeface="Helvetica Neue"/>
                <a:ea typeface="Helvetica Neue"/>
                <a:cs typeface="Helvetica Neue"/>
                <a:sym typeface="Helvetica Neue"/>
              </a:defRPr>
              <a:lnSpc>
                <a:spcPct val="120000"/>
              </a:lnSpc>
            </a:lvl1pPr>
          </a:lstStyle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5.xml><?xml version="1.0" encoding="utf-8"?>
<ns0:sldLayout xmlns:ns0="http://schemas.openxmlformats.org/presentationml/2006/main" xmlns:ns1="http://schemas.openxmlformats.org/drawingml/2006/main" type="tx" showMasterSp="1" showMasterPhAnim="1">
  <ns0:cSld name="teaching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5" name="信息"/>
          <ns0:cNvSpPr txBox="1"/>
          <ns0:nvPr>
            <ns0:ph type="title" hasCustomPrompt="1"/>
          </ns0:nvPr>
        </ns0:nvSpPr>
        <ns0:spPr>
          <ns1:prstGeom prst="rect">
            <ns1:avLst/>
          </ns1:prstGeom>
          <ns1:xfrm>
            <ns1:off x="548640" y="2377440"/>
            <ns1:ext cx="11094720" cy="1097280"/>
          </ns1:xfrm>
        </ns0:spPr>
        <ns0:txBody>
          <ns1:bodyPr/>
          <ns1:lstStyle>
            <ns1:lvl1pPr>
              <ns1:defRPr b="1" sz="5200">
                <ns1:latin typeface="Helvetica Neue"/>
                <ns1:ea typeface="Helvetica Neue"/>
                <ns1:cs typeface="Helvetica Neue"/>
                <ns1:sym typeface="Helvetica Neue"/>
              </ns1:defRPr>
            </ns1:lvl1pPr>
          </ns1:lstStyle>
          <ns1:p>
            <ns1:pPr/>
            <ns1:r>
              <ns1:t>信息</ns1:t>
            </ns1:r>
          </ns1:p>
        </ns0:txBody>
      </ns0:sp>
      <ns0:sp>
        <ns0:nvSpPr>
          <ns0:cNvPr id="56" name="Body Level One…"/>
          <ns0:cNvSpPr txBox="1"/>
          <ns0:nvPr>
            <ns0:ph type="body" idx="21" hasCustomPrompt="1"/>
          </ns0:nvPr>
        </ns0:nvSpPr>
        <ns0:spPr>
          <ns1:prstGeom prst="rect">
            <ns1:avLst/>
          </ns1:prstGeom>
          <ns1:xfrm>
            <ns1:off x="548640" y="4023360"/>
            <ns1:ext cx="11094720" cy="822960"/>
          </ns1:xfrm>
        </ns0:spPr>
        <ns0:txBody>
          <ns1:bodyPr/>
          <ns1:lstStyle>
            <ns1:lvl1pPr algn="ctr">
              <ns1:defRPr sz="4000">
                <ns1:latin typeface="Helvetica Neue"/>
                <ns1:ea typeface="Helvetica Neue"/>
                <ns1:cs typeface="Helvetica Neue"/>
                <ns1:sym typeface="Helvetica Neue"/>
              </ns1:defRPr>
              <ns1:lnSpc>
                <ns1:spcPct val="120000"/>
              </ns1:lnSpc>
            </ns1:lvl1pPr>
          </ns1:lstStyle>
          <ns1:p>
            <ns1:pPr/>
            <ns1:r>
              <ns1:t>神愛世人</ns1:t>
            </ns1:r>
          </ns1:p>
        </ns0:txBody>
      </ns0:sp>
      <ns0:sp>
        <ns0:nvSpPr>
          <ns0:cNvPr id="57" name="Slide Number"/>
          <ns0:cNvSpPr txBox="1"/>
          <ns0:nvPr>
            <ns0:ph type="sldNum" sz="quarter" idx="2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fld id="{86CB4B4D-7CA3-9044-876B-883B54F8677D}" type="slidenum"/>
          </ns1:p>
        </ns0:txBody>
      </ns0:sp>
    </ns0:spTree>
  </ns0:cSld>
  <ns0:clrMapOvr>
    <ns1:masterClrMapping/>
  </ns0:clrMapOvr>
  <ns0:transition spd="med" advClick="1"/>
</ns0:sldLayout>
</file>

<file path=ppt/slideLayouts/slideLayout6.xml><?xml version="1.0" encoding="utf-8"?>
<p:sldLayout xmlns:a="http://schemas.openxmlformats.org/drawingml/2006/main" xmlns:p="http://schemas.openxmlformats.org/presentationml/2006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1800000"/>
            <a:ext cx="9875521" cy="3200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>
              <a:defRPr b="1" sz="8000">
                <a:latin typeface="Helvetica Neue"/>
                <a:ea typeface="Helvetica Neue"/>
                <a:cs typeface="Helvetica Neue"/>
                <a:sym typeface="Helvetica Neue"/>
              </a:defRPr>
            </a:lvl2pPr>
          </a:lstStyle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914400"/>
            <a:ext cx="11379200" cy="5353699"/>
          </a:xfrm>
          <a:prstGeom prst="rect">
            <a:avLst/>
          </a:prstGeom>
        </p:spPr>
        <p:txBody>
          <a:bodyPr/>
          <a:lstStyle>
            <a:lvl1pPr algn="ctr">
              <a:defRPr sz="76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ns3="http://schemas.microsoft.com/office/mac/drawingml/2011/main" xmlns:p="http://schemas.openxmlformats.org/presentationml/2006/main" xmlns:r="http://schemas.openxmlformats.org/officeDocument/2006/relationships">
  <p:cSld>
    <p:bg>
      <p:bgPr>
        <a:blipFill dpi="0" rotWithShape="1">
          <a:blip xmlns:r="http://schemas.openxmlformats.org/officeDocument/2006/relationships" r:embed="rId1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ns3:wrappingTextBoxFlag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ns3:wrappingTextBoxFlag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教會聖詩 #157</a:t>
            </a:r>
          </a:p>
          <a:p>
            <a:pPr>
              <a:defRPr sz="8000" b="1"/>
            </a:pPr>
            <a:r>
              <a:t>《記念主名》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憂苦弟兄容我勸你，</a:t>
            </a:r>
          </a:p>
          <a:p>
            <a:r>
              <a:t>常常記念耶穌名；</a:t>
            </a:r>
          </a:p>
          <a:p>
            <a:r>
              <a:t>這名使你煩悶變喜，</a:t>
            </a:r>
          </a:p>
          <a:p>
            <a:r>
              <a:t>疑懼消散心安平。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名至寶，名最甜！</a:t>
            </a:r>
          </a:p>
          <a:p>
            <a:r>
              <a:t>地之望而天之樂;</a:t>
            </a:r>
          </a:p>
          <a:p>
            <a:r>
              <a:t>名至寶，名最甜！</a:t>
            </a:r>
          </a:p>
          <a:p>
            <a:r>
              <a:t>地之望而天之樂。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處處記念耶穌聖名，</a:t>
            </a:r>
          </a:p>
          <a:p>
            <a:r>
              <a:t>當作盾牌敵魔劍；</a:t>
            </a:r>
          </a:p>
          <a:p>
            <a:r>
              <a:t>眾惑環繞齊來攻逼，</a:t>
            </a:r>
          </a:p>
          <a:p>
            <a:r>
              <a:t>靠主聖名就得勝。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名至寶，名最甜！</a:t>
            </a:r>
          </a:p>
          <a:p>
            <a:r>
              <a:t>地之望而天之樂;</a:t>
            </a:r>
          </a:p>
          <a:p>
            <a:r>
              <a:t>名至寶，名最甜！</a:t>
            </a:r>
          </a:p>
          <a:p>
            <a:r>
              <a:t>地之望而天之樂。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耶穌名字馨香寶貴，</a:t>
            </a:r>
          </a:p>
          <a:p>
            <a:r>
              <a:t>我一聽聞就歡欣；</a:t>
            </a:r>
          </a:p>
          <a:p>
            <a:r>
              <a:t>但願人人得其安慰，</a:t>
            </a:r>
          </a:p>
          <a:p>
            <a:r>
              <a:t>同我稱頌主聖名。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名至寶，名最甜！</a:t>
            </a:r>
          </a:p>
          <a:p>
            <a:r>
              <a:t>地之望而天之樂;</a:t>
            </a:r>
          </a:p>
          <a:p>
            <a:r>
              <a:t>名至寶，名最甜！</a:t>
            </a:r>
          </a:p>
          <a:p>
            <a:r>
              <a:t>地之望而天之樂。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經歷世途艱辛疲累，</a:t>
            </a:r>
          </a:p>
          <a:p>
            <a:r>
              <a:t>聽見主名心歡暢；</a:t>
            </a:r>
          </a:p>
          <a:p>
            <a:r>
              <a:t>摘下冠冕主前伏拜，</a:t>
            </a:r>
          </a:p>
          <a:p>
            <a:r>
              <a:t>歡稱耶穌是我王。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名至寶，名最甜！</a:t>
            </a:r>
          </a:p>
          <a:p>
            <a:r>
              <a:t>地之望而天之樂;</a:t>
            </a:r>
          </a:p>
          <a:p>
            <a:r>
              <a:t>名至寶，名最甜！</a:t>
            </a:r>
          </a:p>
          <a:p>
            <a:r>
              <a:t>地之望而天之樂。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800" y="228600"/>
            <a:ext cx="1371600" cy="36576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r"/>
            <a:r>
              <a:rPr sz="1800"/>
              <a:t>(4)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10064F"/>
      </a:dk1>
      <a:lt1>
        <a:srgbClr val="10064F"/>
      </a:lt1>
      <a:dk2>
        <a:srgbClr val="FFFFFF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FFFFF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0064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FFFFFF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FFFFF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0064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