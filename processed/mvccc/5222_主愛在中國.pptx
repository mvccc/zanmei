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0F14"/>
        </a:solidFill>
        <a:effectLst/>
        <a:uFillTx/>
        <a:latin typeface="+mj-lt"/>
        <a:ea typeface="+mj-ea"/>
        <a:cs typeface="+mj-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0F14"/>
        </a:solidFill>
        <a:effectLst/>
        <a:uFillTx/>
        <a:latin typeface="+mj-lt"/>
        <a:ea typeface="+mj-ea"/>
        <a:cs typeface="+mj-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0F14"/>
        </a:solidFill>
        <a:effectLst/>
        <a:uFillTx/>
        <a:latin typeface="+mj-lt"/>
        <a:ea typeface="+mj-ea"/>
        <a:cs typeface="+mj-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0F14"/>
        </a:solidFill>
        <a:effectLst/>
        <a:uFillTx/>
        <a:latin typeface="+mj-lt"/>
        <a:ea typeface="+mj-ea"/>
        <a:cs typeface="+mj-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0F14"/>
        </a:solidFill>
        <a:effectLst/>
        <a:uFillTx/>
        <a:latin typeface="+mj-lt"/>
        <a:ea typeface="+mj-ea"/>
        <a:cs typeface="+mj-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0F14"/>
        </a:solidFill>
        <a:effectLst/>
        <a:uFillTx/>
        <a:latin typeface="+mj-lt"/>
        <a:ea typeface="+mj-ea"/>
        <a:cs typeface="+mj-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0F14"/>
        </a:solidFill>
        <a:effectLst/>
        <a:uFillTx/>
        <a:latin typeface="+mj-lt"/>
        <a:ea typeface="+mj-ea"/>
        <a:cs typeface="+mj-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0F14"/>
        </a:solidFill>
        <a:effectLst/>
        <a:uFillTx/>
        <a:latin typeface="+mj-lt"/>
        <a:ea typeface="+mj-ea"/>
        <a:cs typeface="+mj-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0F14"/>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B0F14"/>
        </a:fontRef>
        <a:srgbClr val="0B0F14"/>
      </a:tcTxStyle>
      <a:tcStyle>
        <a:tcBdr>
          <a:left>
            <a:ln w="12700" cap="flat">
              <a:solidFill>
                <a:srgbClr val="0B0F14"/>
              </a:solidFill>
              <a:prstDash val="solid"/>
              <a:round/>
            </a:ln>
          </a:left>
          <a:right>
            <a:ln w="12700" cap="flat">
              <a:solidFill>
                <a:srgbClr val="0B0F14"/>
              </a:solidFill>
              <a:prstDash val="solid"/>
              <a:round/>
            </a:ln>
          </a:right>
          <a:top>
            <a:ln w="12700" cap="flat">
              <a:solidFill>
                <a:srgbClr val="0B0F14"/>
              </a:solidFill>
              <a:prstDash val="solid"/>
              <a:round/>
            </a:ln>
          </a:top>
          <a:bottom>
            <a:ln w="12700" cap="flat">
              <a:solidFill>
                <a:srgbClr val="0B0F14"/>
              </a:solidFill>
              <a:prstDash val="solid"/>
              <a:round/>
            </a:ln>
          </a:bottom>
          <a:insideH>
            <a:ln w="12700" cap="flat">
              <a:solidFill>
                <a:srgbClr val="0B0F14"/>
              </a:solidFill>
              <a:prstDash val="solid"/>
              <a:round/>
            </a:ln>
          </a:insideH>
          <a:insideV>
            <a:ln w="12700" cap="flat">
              <a:solidFill>
                <a:srgbClr val="0B0F14"/>
              </a:solidFill>
              <a:prstDash val="solid"/>
              <a:round/>
            </a:ln>
          </a:insideV>
        </a:tcBdr>
        <a:fill>
          <a:solidFill>
            <a:srgbClr val="D6EFFE"/>
          </a:solidFill>
        </a:fill>
      </a:tcStyle>
    </a:wholeTbl>
    <a:band2H>
      <a:tcTxStyle b="def" i="def"/>
      <a:tcStyle>
        <a:tcBdr/>
        <a:fill>
          <a:solidFill>
            <a:srgbClr val="ECF7FE"/>
          </a:solidFill>
        </a:fill>
      </a:tcStyle>
    </a:band2H>
    <a:firstCol>
      <a:tcTxStyle b="on" i="off">
        <a:fontRef idx="major">
          <a:srgbClr val="0B0F14"/>
        </a:fontRef>
        <a:srgbClr val="0B0F14"/>
      </a:tcTxStyle>
      <a:tcStyle>
        <a:tcBdr>
          <a:left>
            <a:ln w="12700" cap="flat">
              <a:solidFill>
                <a:srgbClr val="0B0F14"/>
              </a:solidFill>
              <a:prstDash val="solid"/>
              <a:round/>
            </a:ln>
          </a:left>
          <a:right>
            <a:ln w="12700" cap="flat">
              <a:solidFill>
                <a:srgbClr val="0B0F14"/>
              </a:solidFill>
              <a:prstDash val="solid"/>
              <a:round/>
            </a:ln>
          </a:right>
          <a:top>
            <a:ln w="12700" cap="flat">
              <a:solidFill>
                <a:srgbClr val="0B0F14"/>
              </a:solidFill>
              <a:prstDash val="solid"/>
              <a:round/>
            </a:ln>
          </a:top>
          <a:bottom>
            <a:ln w="12700" cap="flat">
              <a:solidFill>
                <a:srgbClr val="0B0F14"/>
              </a:solidFill>
              <a:prstDash val="solid"/>
              <a:round/>
            </a:ln>
          </a:bottom>
          <a:insideH>
            <a:ln w="12700" cap="flat">
              <a:solidFill>
                <a:srgbClr val="0B0F14"/>
              </a:solidFill>
              <a:prstDash val="solid"/>
              <a:round/>
            </a:ln>
          </a:insideH>
          <a:insideV>
            <a:ln w="12700" cap="flat">
              <a:solidFill>
                <a:srgbClr val="0B0F14"/>
              </a:solidFill>
              <a:prstDash val="solid"/>
              <a:round/>
            </a:ln>
          </a:insideV>
        </a:tcBdr>
        <a:fill>
          <a:solidFill>
            <a:schemeClr val="accent1"/>
          </a:solidFill>
        </a:fill>
      </a:tcStyle>
    </a:firstCol>
    <a:lastRow>
      <a:tcTxStyle b="on" i="off">
        <a:fontRef idx="major">
          <a:srgbClr val="0B0F14"/>
        </a:fontRef>
        <a:srgbClr val="0B0F14"/>
      </a:tcTxStyle>
      <a:tcStyle>
        <a:tcBdr>
          <a:left>
            <a:ln w="12700" cap="flat">
              <a:solidFill>
                <a:srgbClr val="0B0F14"/>
              </a:solidFill>
              <a:prstDash val="solid"/>
              <a:round/>
            </a:ln>
          </a:left>
          <a:right>
            <a:ln w="12700" cap="flat">
              <a:solidFill>
                <a:srgbClr val="0B0F14"/>
              </a:solidFill>
              <a:prstDash val="solid"/>
              <a:round/>
            </a:ln>
          </a:right>
          <a:top>
            <a:ln w="38100" cap="flat">
              <a:solidFill>
                <a:srgbClr val="0B0F14"/>
              </a:solidFill>
              <a:prstDash val="solid"/>
              <a:round/>
            </a:ln>
          </a:top>
          <a:bottom>
            <a:ln w="12700" cap="flat">
              <a:solidFill>
                <a:srgbClr val="0B0F14"/>
              </a:solidFill>
              <a:prstDash val="solid"/>
              <a:round/>
            </a:ln>
          </a:bottom>
          <a:insideH>
            <a:ln w="12700" cap="flat">
              <a:solidFill>
                <a:srgbClr val="0B0F14"/>
              </a:solidFill>
              <a:prstDash val="solid"/>
              <a:round/>
            </a:ln>
          </a:insideH>
          <a:insideV>
            <a:ln w="12700" cap="flat">
              <a:solidFill>
                <a:srgbClr val="0B0F14"/>
              </a:solidFill>
              <a:prstDash val="solid"/>
              <a:round/>
            </a:ln>
          </a:insideV>
        </a:tcBdr>
        <a:fill>
          <a:solidFill>
            <a:schemeClr val="accent1"/>
          </a:solidFill>
        </a:fill>
      </a:tcStyle>
    </a:lastRow>
    <a:firstRow>
      <a:tcTxStyle b="on" i="off">
        <a:fontRef idx="major">
          <a:srgbClr val="0B0F14"/>
        </a:fontRef>
        <a:srgbClr val="0B0F14"/>
      </a:tcTxStyle>
      <a:tcStyle>
        <a:tcBdr>
          <a:left>
            <a:ln w="12700" cap="flat">
              <a:solidFill>
                <a:srgbClr val="0B0F14"/>
              </a:solidFill>
              <a:prstDash val="solid"/>
              <a:round/>
            </a:ln>
          </a:left>
          <a:right>
            <a:ln w="12700" cap="flat">
              <a:solidFill>
                <a:srgbClr val="0B0F14"/>
              </a:solidFill>
              <a:prstDash val="solid"/>
              <a:round/>
            </a:ln>
          </a:right>
          <a:top>
            <a:ln w="12700" cap="flat">
              <a:solidFill>
                <a:srgbClr val="0B0F14"/>
              </a:solidFill>
              <a:prstDash val="solid"/>
              <a:round/>
            </a:ln>
          </a:top>
          <a:bottom>
            <a:ln w="38100" cap="flat">
              <a:solidFill>
                <a:srgbClr val="0B0F14"/>
              </a:solidFill>
              <a:prstDash val="solid"/>
              <a:round/>
            </a:ln>
          </a:bottom>
          <a:insideH>
            <a:ln w="12700" cap="flat">
              <a:solidFill>
                <a:srgbClr val="0B0F14"/>
              </a:solidFill>
              <a:prstDash val="solid"/>
              <a:round/>
            </a:ln>
          </a:insideH>
          <a:insideV>
            <a:ln w="12700" cap="flat">
              <a:solidFill>
                <a:srgbClr val="0B0F14"/>
              </a:solidFill>
              <a:prstDash val="solid"/>
              <a:round/>
            </a:ln>
          </a:insideV>
        </a:tcBdr>
        <a:fill>
          <a:solidFill>
            <a:schemeClr val="accent1"/>
          </a:solidFill>
        </a:fill>
      </a:tcStyle>
    </a:firstRow>
  </a:tblStyle>
  <a:tblStyle styleId="{C7B018BB-80A7-4F77-B60F-C8B233D01FF8}" styleName="">
    <a:tblBg/>
    <a:wholeTbl>
      <a:tcTxStyle b="off" i="off">
        <a:fontRef idx="major">
          <a:srgbClr val="0B0F14"/>
        </a:fontRef>
        <a:srgbClr val="0B0F14"/>
      </a:tcTxStyle>
      <a:tcStyle>
        <a:tcBdr>
          <a:left>
            <a:ln w="12700" cap="flat">
              <a:solidFill>
                <a:srgbClr val="0B0F14"/>
              </a:solidFill>
              <a:prstDash val="solid"/>
              <a:round/>
            </a:ln>
          </a:left>
          <a:right>
            <a:ln w="12700" cap="flat">
              <a:solidFill>
                <a:srgbClr val="0B0F14"/>
              </a:solidFill>
              <a:prstDash val="solid"/>
              <a:round/>
            </a:ln>
          </a:right>
          <a:top>
            <a:ln w="12700" cap="flat">
              <a:solidFill>
                <a:srgbClr val="0B0F14"/>
              </a:solidFill>
              <a:prstDash val="solid"/>
              <a:round/>
            </a:ln>
          </a:top>
          <a:bottom>
            <a:ln w="12700" cap="flat">
              <a:solidFill>
                <a:srgbClr val="0B0F14"/>
              </a:solidFill>
              <a:prstDash val="solid"/>
              <a:round/>
            </a:ln>
          </a:bottom>
          <a:insideH>
            <a:ln w="12700" cap="flat">
              <a:solidFill>
                <a:srgbClr val="0B0F14"/>
              </a:solidFill>
              <a:prstDash val="solid"/>
              <a:round/>
            </a:ln>
          </a:insideH>
          <a:insideV>
            <a:ln w="12700" cap="flat">
              <a:solidFill>
                <a:srgbClr val="0B0F14"/>
              </a:solidFill>
              <a:prstDash val="solid"/>
              <a:round/>
            </a:ln>
          </a:insideV>
        </a:tcBdr>
        <a:fill>
          <a:solidFill>
            <a:srgbClr val="DCE0E6"/>
          </a:solidFill>
        </a:fill>
      </a:tcStyle>
    </a:wholeTbl>
    <a:band2H>
      <a:tcTxStyle b="def" i="def"/>
      <a:tcStyle>
        <a:tcBdr/>
        <a:fill>
          <a:solidFill>
            <a:srgbClr val="EEF0F3"/>
          </a:solidFill>
        </a:fill>
      </a:tcStyle>
    </a:band2H>
    <a:firstCol>
      <a:tcTxStyle b="on" i="off">
        <a:fontRef idx="major">
          <a:srgbClr val="0B0F14"/>
        </a:fontRef>
        <a:srgbClr val="0B0F14"/>
      </a:tcTxStyle>
      <a:tcStyle>
        <a:tcBdr>
          <a:left>
            <a:ln w="12700" cap="flat">
              <a:solidFill>
                <a:srgbClr val="0B0F14"/>
              </a:solidFill>
              <a:prstDash val="solid"/>
              <a:round/>
            </a:ln>
          </a:left>
          <a:right>
            <a:ln w="12700" cap="flat">
              <a:solidFill>
                <a:srgbClr val="0B0F14"/>
              </a:solidFill>
              <a:prstDash val="solid"/>
              <a:round/>
            </a:ln>
          </a:right>
          <a:top>
            <a:ln w="12700" cap="flat">
              <a:solidFill>
                <a:srgbClr val="0B0F14"/>
              </a:solidFill>
              <a:prstDash val="solid"/>
              <a:round/>
            </a:ln>
          </a:top>
          <a:bottom>
            <a:ln w="12700" cap="flat">
              <a:solidFill>
                <a:srgbClr val="0B0F14"/>
              </a:solidFill>
              <a:prstDash val="solid"/>
              <a:round/>
            </a:ln>
          </a:bottom>
          <a:insideH>
            <a:ln w="12700" cap="flat">
              <a:solidFill>
                <a:srgbClr val="0B0F14"/>
              </a:solidFill>
              <a:prstDash val="solid"/>
              <a:round/>
            </a:ln>
          </a:insideH>
          <a:insideV>
            <a:ln w="12700" cap="flat">
              <a:solidFill>
                <a:srgbClr val="0B0F14"/>
              </a:solidFill>
              <a:prstDash val="solid"/>
              <a:round/>
            </a:ln>
          </a:insideV>
        </a:tcBdr>
        <a:fill>
          <a:solidFill>
            <a:schemeClr val="accent3"/>
          </a:solidFill>
        </a:fill>
      </a:tcStyle>
    </a:firstCol>
    <a:lastRow>
      <a:tcTxStyle b="on" i="off">
        <a:fontRef idx="major">
          <a:srgbClr val="0B0F14"/>
        </a:fontRef>
        <a:srgbClr val="0B0F14"/>
      </a:tcTxStyle>
      <a:tcStyle>
        <a:tcBdr>
          <a:left>
            <a:ln w="12700" cap="flat">
              <a:solidFill>
                <a:srgbClr val="0B0F14"/>
              </a:solidFill>
              <a:prstDash val="solid"/>
              <a:round/>
            </a:ln>
          </a:left>
          <a:right>
            <a:ln w="12700" cap="flat">
              <a:solidFill>
                <a:srgbClr val="0B0F14"/>
              </a:solidFill>
              <a:prstDash val="solid"/>
              <a:round/>
            </a:ln>
          </a:right>
          <a:top>
            <a:ln w="38100" cap="flat">
              <a:solidFill>
                <a:srgbClr val="0B0F14"/>
              </a:solidFill>
              <a:prstDash val="solid"/>
              <a:round/>
            </a:ln>
          </a:top>
          <a:bottom>
            <a:ln w="12700" cap="flat">
              <a:solidFill>
                <a:srgbClr val="0B0F14"/>
              </a:solidFill>
              <a:prstDash val="solid"/>
              <a:round/>
            </a:ln>
          </a:bottom>
          <a:insideH>
            <a:ln w="12700" cap="flat">
              <a:solidFill>
                <a:srgbClr val="0B0F14"/>
              </a:solidFill>
              <a:prstDash val="solid"/>
              <a:round/>
            </a:ln>
          </a:insideH>
          <a:insideV>
            <a:ln w="12700" cap="flat">
              <a:solidFill>
                <a:srgbClr val="0B0F14"/>
              </a:solidFill>
              <a:prstDash val="solid"/>
              <a:round/>
            </a:ln>
          </a:insideV>
        </a:tcBdr>
        <a:fill>
          <a:solidFill>
            <a:schemeClr val="accent3"/>
          </a:solidFill>
        </a:fill>
      </a:tcStyle>
    </a:lastRow>
    <a:firstRow>
      <a:tcTxStyle b="on" i="off">
        <a:fontRef idx="major">
          <a:srgbClr val="0B0F14"/>
        </a:fontRef>
        <a:srgbClr val="0B0F14"/>
      </a:tcTxStyle>
      <a:tcStyle>
        <a:tcBdr>
          <a:left>
            <a:ln w="12700" cap="flat">
              <a:solidFill>
                <a:srgbClr val="0B0F14"/>
              </a:solidFill>
              <a:prstDash val="solid"/>
              <a:round/>
            </a:ln>
          </a:left>
          <a:right>
            <a:ln w="12700" cap="flat">
              <a:solidFill>
                <a:srgbClr val="0B0F14"/>
              </a:solidFill>
              <a:prstDash val="solid"/>
              <a:round/>
            </a:ln>
          </a:right>
          <a:top>
            <a:ln w="12700" cap="flat">
              <a:solidFill>
                <a:srgbClr val="0B0F14"/>
              </a:solidFill>
              <a:prstDash val="solid"/>
              <a:round/>
            </a:ln>
          </a:top>
          <a:bottom>
            <a:ln w="38100" cap="flat">
              <a:solidFill>
                <a:srgbClr val="0B0F14"/>
              </a:solidFill>
              <a:prstDash val="solid"/>
              <a:round/>
            </a:ln>
          </a:bottom>
          <a:insideH>
            <a:ln w="12700" cap="flat">
              <a:solidFill>
                <a:srgbClr val="0B0F14"/>
              </a:solidFill>
              <a:prstDash val="solid"/>
              <a:round/>
            </a:ln>
          </a:insideH>
          <a:insideV>
            <a:ln w="12700" cap="flat">
              <a:solidFill>
                <a:srgbClr val="0B0F14"/>
              </a:solidFill>
              <a:prstDash val="solid"/>
              <a:round/>
            </a:ln>
          </a:insideV>
        </a:tcBdr>
        <a:fill>
          <a:solidFill>
            <a:schemeClr val="accent3"/>
          </a:solidFill>
        </a:fill>
      </a:tcStyle>
    </a:firstRow>
  </a:tblStyle>
  <a:tblStyle styleId="{EEE7283C-3CF3-47DC-8721-378D4A62B228}" styleName="">
    <a:tblBg/>
    <a:wholeTbl>
      <a:tcTxStyle b="off" i="off">
        <a:fontRef idx="major">
          <a:srgbClr val="0B0F14"/>
        </a:fontRef>
        <a:srgbClr val="0B0F14"/>
      </a:tcTxStyle>
      <a:tcStyle>
        <a:tcBdr>
          <a:left>
            <a:ln w="12700" cap="flat">
              <a:solidFill>
                <a:srgbClr val="0B0F14"/>
              </a:solidFill>
              <a:prstDash val="solid"/>
              <a:round/>
            </a:ln>
          </a:left>
          <a:right>
            <a:ln w="12700" cap="flat">
              <a:solidFill>
                <a:srgbClr val="0B0F14"/>
              </a:solidFill>
              <a:prstDash val="solid"/>
              <a:round/>
            </a:ln>
          </a:right>
          <a:top>
            <a:ln w="12700" cap="flat">
              <a:solidFill>
                <a:srgbClr val="0B0F14"/>
              </a:solidFill>
              <a:prstDash val="solid"/>
              <a:round/>
            </a:ln>
          </a:top>
          <a:bottom>
            <a:ln w="12700" cap="flat">
              <a:solidFill>
                <a:srgbClr val="0B0F14"/>
              </a:solidFill>
              <a:prstDash val="solid"/>
              <a:round/>
            </a:ln>
          </a:bottom>
          <a:insideH>
            <a:ln w="12700" cap="flat">
              <a:solidFill>
                <a:srgbClr val="0B0F14"/>
              </a:solidFill>
              <a:prstDash val="solid"/>
              <a:round/>
            </a:ln>
          </a:insideH>
          <a:insideV>
            <a:ln w="12700" cap="flat">
              <a:solidFill>
                <a:srgbClr val="0B0F14"/>
              </a:solidFill>
              <a:prstDash val="solid"/>
              <a:round/>
            </a:ln>
          </a:insideV>
        </a:tcBdr>
        <a:fill>
          <a:solidFill>
            <a:srgbClr val="FBEACF"/>
          </a:solidFill>
        </a:fill>
      </a:tcStyle>
    </a:wholeTbl>
    <a:band2H>
      <a:tcTxStyle b="def" i="def"/>
      <a:tcStyle>
        <a:tcBdr/>
        <a:fill>
          <a:solidFill>
            <a:srgbClr val="FDF5E9"/>
          </a:solidFill>
        </a:fill>
      </a:tcStyle>
    </a:band2H>
    <a:firstCol>
      <a:tcTxStyle b="on" i="off">
        <a:fontRef idx="major">
          <a:srgbClr val="0B0F14"/>
        </a:fontRef>
        <a:srgbClr val="0B0F14"/>
      </a:tcTxStyle>
      <a:tcStyle>
        <a:tcBdr>
          <a:left>
            <a:ln w="12700" cap="flat">
              <a:solidFill>
                <a:srgbClr val="0B0F14"/>
              </a:solidFill>
              <a:prstDash val="solid"/>
              <a:round/>
            </a:ln>
          </a:left>
          <a:right>
            <a:ln w="12700" cap="flat">
              <a:solidFill>
                <a:srgbClr val="0B0F14"/>
              </a:solidFill>
              <a:prstDash val="solid"/>
              <a:round/>
            </a:ln>
          </a:right>
          <a:top>
            <a:ln w="12700" cap="flat">
              <a:solidFill>
                <a:srgbClr val="0B0F14"/>
              </a:solidFill>
              <a:prstDash val="solid"/>
              <a:round/>
            </a:ln>
          </a:top>
          <a:bottom>
            <a:ln w="12700" cap="flat">
              <a:solidFill>
                <a:srgbClr val="0B0F14"/>
              </a:solidFill>
              <a:prstDash val="solid"/>
              <a:round/>
            </a:ln>
          </a:bottom>
          <a:insideH>
            <a:ln w="12700" cap="flat">
              <a:solidFill>
                <a:srgbClr val="0B0F14"/>
              </a:solidFill>
              <a:prstDash val="solid"/>
              <a:round/>
            </a:ln>
          </a:insideH>
          <a:insideV>
            <a:ln w="12700" cap="flat">
              <a:solidFill>
                <a:srgbClr val="0B0F14"/>
              </a:solidFill>
              <a:prstDash val="solid"/>
              <a:round/>
            </a:ln>
          </a:insideV>
        </a:tcBdr>
        <a:fill>
          <a:solidFill>
            <a:schemeClr val="accent6"/>
          </a:solidFill>
        </a:fill>
      </a:tcStyle>
    </a:firstCol>
    <a:lastRow>
      <a:tcTxStyle b="on" i="off">
        <a:fontRef idx="major">
          <a:srgbClr val="0B0F14"/>
        </a:fontRef>
        <a:srgbClr val="0B0F14"/>
      </a:tcTxStyle>
      <a:tcStyle>
        <a:tcBdr>
          <a:left>
            <a:ln w="12700" cap="flat">
              <a:solidFill>
                <a:srgbClr val="0B0F14"/>
              </a:solidFill>
              <a:prstDash val="solid"/>
              <a:round/>
            </a:ln>
          </a:left>
          <a:right>
            <a:ln w="12700" cap="flat">
              <a:solidFill>
                <a:srgbClr val="0B0F14"/>
              </a:solidFill>
              <a:prstDash val="solid"/>
              <a:round/>
            </a:ln>
          </a:right>
          <a:top>
            <a:ln w="38100" cap="flat">
              <a:solidFill>
                <a:srgbClr val="0B0F14"/>
              </a:solidFill>
              <a:prstDash val="solid"/>
              <a:round/>
            </a:ln>
          </a:top>
          <a:bottom>
            <a:ln w="12700" cap="flat">
              <a:solidFill>
                <a:srgbClr val="0B0F14"/>
              </a:solidFill>
              <a:prstDash val="solid"/>
              <a:round/>
            </a:ln>
          </a:bottom>
          <a:insideH>
            <a:ln w="12700" cap="flat">
              <a:solidFill>
                <a:srgbClr val="0B0F14"/>
              </a:solidFill>
              <a:prstDash val="solid"/>
              <a:round/>
            </a:ln>
          </a:insideH>
          <a:insideV>
            <a:ln w="12700" cap="flat">
              <a:solidFill>
                <a:srgbClr val="0B0F14"/>
              </a:solidFill>
              <a:prstDash val="solid"/>
              <a:round/>
            </a:ln>
          </a:insideV>
        </a:tcBdr>
        <a:fill>
          <a:solidFill>
            <a:schemeClr val="accent6"/>
          </a:solidFill>
        </a:fill>
      </a:tcStyle>
    </a:lastRow>
    <a:firstRow>
      <a:tcTxStyle b="on" i="off">
        <a:fontRef idx="major">
          <a:srgbClr val="0B0F14"/>
        </a:fontRef>
        <a:srgbClr val="0B0F14"/>
      </a:tcTxStyle>
      <a:tcStyle>
        <a:tcBdr>
          <a:left>
            <a:ln w="12700" cap="flat">
              <a:solidFill>
                <a:srgbClr val="0B0F14"/>
              </a:solidFill>
              <a:prstDash val="solid"/>
              <a:round/>
            </a:ln>
          </a:left>
          <a:right>
            <a:ln w="12700" cap="flat">
              <a:solidFill>
                <a:srgbClr val="0B0F14"/>
              </a:solidFill>
              <a:prstDash val="solid"/>
              <a:round/>
            </a:ln>
          </a:right>
          <a:top>
            <a:ln w="12700" cap="flat">
              <a:solidFill>
                <a:srgbClr val="0B0F14"/>
              </a:solidFill>
              <a:prstDash val="solid"/>
              <a:round/>
            </a:ln>
          </a:top>
          <a:bottom>
            <a:ln w="38100" cap="flat">
              <a:solidFill>
                <a:srgbClr val="0B0F14"/>
              </a:solidFill>
              <a:prstDash val="solid"/>
              <a:round/>
            </a:ln>
          </a:bottom>
          <a:insideH>
            <a:ln w="12700" cap="flat">
              <a:solidFill>
                <a:srgbClr val="0B0F14"/>
              </a:solidFill>
              <a:prstDash val="solid"/>
              <a:round/>
            </a:ln>
          </a:insideH>
          <a:insideV>
            <a:ln w="12700" cap="flat">
              <a:solidFill>
                <a:srgbClr val="0B0F14"/>
              </a:solidFill>
              <a:prstDash val="solid"/>
              <a:round/>
            </a:ln>
          </a:insideV>
        </a:tcBdr>
        <a:fill>
          <a:solidFill>
            <a:schemeClr val="accent6"/>
          </a:solidFill>
        </a:fill>
      </a:tcStyle>
    </a:firstRow>
  </a:tblStyle>
  <a:tblStyle styleId="{CF821DB8-F4EB-4A41-A1BA-3FCAFE7338EE}" styleName="">
    <a:tblBg/>
    <a:wholeTbl>
      <a:tcTxStyle b="off" i="off">
        <a:fontRef idx="major">
          <a:srgbClr val="0B0F14"/>
        </a:fontRef>
        <a:srgbClr val="0B0F14"/>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7"/>
          </a:solidFill>
        </a:fill>
      </a:tcStyle>
    </a:wholeTbl>
    <a:band2H>
      <a:tcTxStyle b="def" i="def"/>
      <a:tcStyle>
        <a:tcBdr/>
        <a:fill>
          <a:solidFill>
            <a:srgbClr val="0B0F14"/>
          </a:solidFill>
        </a:fill>
      </a:tcStyle>
    </a:band2H>
    <a:firstCol>
      <a:tcTxStyle b="on" i="off">
        <a:fontRef idx="major">
          <a:srgbClr val="0B0F14"/>
        </a:fontRef>
        <a:srgbClr val="0B0F14"/>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B0F14"/>
        </a:fontRef>
        <a:srgbClr val="0B0F14"/>
      </a:tcTxStyle>
      <a:tcStyle>
        <a:tcBdr>
          <a:left>
            <a:ln w="12700" cap="flat">
              <a:noFill/>
              <a:miter lim="400000"/>
            </a:ln>
          </a:left>
          <a:right>
            <a:ln w="12700" cap="flat">
              <a:noFill/>
              <a:miter lim="400000"/>
            </a:ln>
          </a:right>
          <a:top>
            <a:ln w="50800" cap="flat">
              <a:solidFill>
                <a:srgbClr val="0B0F14"/>
              </a:solidFill>
              <a:prstDash val="solid"/>
              <a:round/>
            </a:ln>
          </a:top>
          <a:bottom>
            <a:ln w="25400" cap="flat">
              <a:solidFill>
                <a:srgbClr val="0B0F14"/>
              </a:solidFill>
              <a:prstDash val="solid"/>
              <a:round/>
            </a:ln>
          </a:bottom>
          <a:insideH>
            <a:ln w="12700" cap="flat">
              <a:noFill/>
              <a:miter lim="400000"/>
            </a:ln>
          </a:insideH>
          <a:insideV>
            <a:ln w="12700" cap="flat">
              <a:noFill/>
              <a:miter lim="400000"/>
            </a:ln>
          </a:insideV>
        </a:tcBdr>
        <a:fill>
          <a:solidFill>
            <a:srgbClr val="0B0F14"/>
          </a:solidFill>
        </a:fill>
      </a:tcStyle>
    </a:lastRow>
    <a:firstRow>
      <a:tcTxStyle b="on" i="off">
        <a:fontRef idx="major">
          <a:srgbClr val="0B0F14"/>
        </a:fontRef>
        <a:srgbClr val="0B0F14"/>
      </a:tcTxStyle>
      <a:tcStyle>
        <a:tcBdr>
          <a:left>
            <a:ln w="12700" cap="flat">
              <a:noFill/>
              <a:miter lim="400000"/>
            </a:ln>
          </a:left>
          <a:right>
            <a:ln w="12700" cap="flat">
              <a:noFill/>
              <a:miter lim="400000"/>
            </a:ln>
          </a:right>
          <a:top>
            <a:ln w="25400" cap="flat">
              <a:solidFill>
                <a:srgbClr val="0B0F14"/>
              </a:solidFill>
              <a:prstDash val="solid"/>
              <a:round/>
            </a:ln>
          </a:top>
          <a:bottom>
            <a:ln w="25400" cap="flat">
              <a:solidFill>
                <a:srgbClr val="0B0F14"/>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B0F14"/>
        </a:fontRef>
        <a:srgbClr val="0B0F14"/>
      </a:tcTxStyle>
      <a:tcStyle>
        <a:tcBdr>
          <a:left>
            <a:ln w="12700" cap="flat">
              <a:solidFill>
                <a:srgbClr val="0B0F14"/>
              </a:solidFill>
              <a:prstDash val="solid"/>
              <a:round/>
            </a:ln>
          </a:left>
          <a:right>
            <a:ln w="12700" cap="flat">
              <a:solidFill>
                <a:srgbClr val="0B0F14"/>
              </a:solidFill>
              <a:prstDash val="solid"/>
              <a:round/>
            </a:ln>
          </a:right>
          <a:top>
            <a:ln w="12700" cap="flat">
              <a:solidFill>
                <a:srgbClr val="0B0F14"/>
              </a:solidFill>
              <a:prstDash val="solid"/>
              <a:round/>
            </a:ln>
          </a:top>
          <a:bottom>
            <a:ln w="12700" cap="flat">
              <a:solidFill>
                <a:srgbClr val="0B0F14"/>
              </a:solidFill>
              <a:prstDash val="solid"/>
              <a:round/>
            </a:ln>
          </a:bottom>
          <a:insideH>
            <a:ln w="12700" cap="flat">
              <a:solidFill>
                <a:srgbClr val="0B0F14"/>
              </a:solidFill>
              <a:prstDash val="solid"/>
              <a:round/>
            </a:ln>
          </a:insideH>
          <a:insideV>
            <a:ln w="12700" cap="flat">
              <a:solidFill>
                <a:srgbClr val="0B0F14"/>
              </a:solidFill>
              <a:prstDash val="solid"/>
              <a:round/>
            </a:ln>
          </a:insideV>
        </a:tcBdr>
        <a:fill>
          <a:solidFill>
            <a:srgbClr val="CACACA"/>
          </a:solidFill>
        </a:fill>
      </a:tcStyle>
    </a:wholeTbl>
    <a:band2H>
      <a:tcTxStyle b="def" i="def"/>
      <a:tcStyle>
        <a:tcBdr/>
        <a:fill>
          <a:solidFill>
            <a:srgbClr val="E6E6E7"/>
          </a:solidFill>
        </a:fill>
      </a:tcStyle>
    </a:band2H>
    <a:firstCol>
      <a:tcTxStyle b="on" i="off">
        <a:fontRef idx="major">
          <a:srgbClr val="0B0F14"/>
        </a:fontRef>
        <a:srgbClr val="0B0F14"/>
      </a:tcTxStyle>
      <a:tcStyle>
        <a:tcBdr>
          <a:left>
            <a:ln w="12700" cap="flat">
              <a:solidFill>
                <a:srgbClr val="0B0F14"/>
              </a:solidFill>
              <a:prstDash val="solid"/>
              <a:round/>
            </a:ln>
          </a:left>
          <a:right>
            <a:ln w="12700" cap="flat">
              <a:solidFill>
                <a:srgbClr val="0B0F14"/>
              </a:solidFill>
              <a:prstDash val="solid"/>
              <a:round/>
            </a:ln>
          </a:right>
          <a:top>
            <a:ln w="12700" cap="flat">
              <a:solidFill>
                <a:srgbClr val="0B0F14"/>
              </a:solidFill>
              <a:prstDash val="solid"/>
              <a:round/>
            </a:ln>
          </a:top>
          <a:bottom>
            <a:ln w="12700" cap="flat">
              <a:solidFill>
                <a:srgbClr val="0B0F14"/>
              </a:solidFill>
              <a:prstDash val="solid"/>
              <a:round/>
            </a:ln>
          </a:bottom>
          <a:insideH>
            <a:ln w="12700" cap="flat">
              <a:solidFill>
                <a:srgbClr val="0B0F14"/>
              </a:solidFill>
              <a:prstDash val="solid"/>
              <a:round/>
            </a:ln>
          </a:insideH>
          <a:insideV>
            <a:ln w="12700" cap="flat">
              <a:solidFill>
                <a:srgbClr val="0B0F14"/>
              </a:solidFill>
              <a:prstDash val="solid"/>
              <a:round/>
            </a:ln>
          </a:insideV>
        </a:tcBdr>
        <a:fill>
          <a:solidFill>
            <a:srgbClr val="0B0F14"/>
          </a:solidFill>
        </a:fill>
      </a:tcStyle>
    </a:firstCol>
    <a:lastRow>
      <a:tcTxStyle b="on" i="off">
        <a:fontRef idx="major">
          <a:srgbClr val="0B0F14"/>
        </a:fontRef>
        <a:srgbClr val="0B0F14"/>
      </a:tcTxStyle>
      <a:tcStyle>
        <a:tcBdr>
          <a:left>
            <a:ln w="12700" cap="flat">
              <a:solidFill>
                <a:srgbClr val="0B0F14"/>
              </a:solidFill>
              <a:prstDash val="solid"/>
              <a:round/>
            </a:ln>
          </a:left>
          <a:right>
            <a:ln w="12700" cap="flat">
              <a:solidFill>
                <a:srgbClr val="0B0F14"/>
              </a:solidFill>
              <a:prstDash val="solid"/>
              <a:round/>
            </a:ln>
          </a:right>
          <a:top>
            <a:ln w="38100" cap="flat">
              <a:solidFill>
                <a:srgbClr val="0B0F14"/>
              </a:solidFill>
              <a:prstDash val="solid"/>
              <a:round/>
            </a:ln>
          </a:top>
          <a:bottom>
            <a:ln w="12700" cap="flat">
              <a:solidFill>
                <a:srgbClr val="0B0F14"/>
              </a:solidFill>
              <a:prstDash val="solid"/>
              <a:round/>
            </a:ln>
          </a:bottom>
          <a:insideH>
            <a:ln w="12700" cap="flat">
              <a:solidFill>
                <a:srgbClr val="0B0F14"/>
              </a:solidFill>
              <a:prstDash val="solid"/>
              <a:round/>
            </a:ln>
          </a:insideH>
          <a:insideV>
            <a:ln w="12700" cap="flat">
              <a:solidFill>
                <a:srgbClr val="0B0F14"/>
              </a:solidFill>
              <a:prstDash val="solid"/>
              <a:round/>
            </a:ln>
          </a:insideV>
        </a:tcBdr>
        <a:fill>
          <a:solidFill>
            <a:srgbClr val="0B0F14"/>
          </a:solidFill>
        </a:fill>
      </a:tcStyle>
    </a:lastRow>
    <a:firstRow>
      <a:tcTxStyle b="on" i="off">
        <a:fontRef idx="major">
          <a:srgbClr val="0B0F14"/>
        </a:fontRef>
        <a:srgbClr val="0B0F14"/>
      </a:tcTxStyle>
      <a:tcStyle>
        <a:tcBdr>
          <a:left>
            <a:ln w="12700" cap="flat">
              <a:solidFill>
                <a:srgbClr val="0B0F14"/>
              </a:solidFill>
              <a:prstDash val="solid"/>
              <a:round/>
            </a:ln>
          </a:left>
          <a:right>
            <a:ln w="12700" cap="flat">
              <a:solidFill>
                <a:srgbClr val="0B0F14"/>
              </a:solidFill>
              <a:prstDash val="solid"/>
              <a:round/>
            </a:ln>
          </a:right>
          <a:top>
            <a:ln w="12700" cap="flat">
              <a:solidFill>
                <a:srgbClr val="0B0F14"/>
              </a:solidFill>
              <a:prstDash val="solid"/>
              <a:round/>
            </a:ln>
          </a:top>
          <a:bottom>
            <a:ln w="38100" cap="flat">
              <a:solidFill>
                <a:srgbClr val="0B0F14"/>
              </a:solidFill>
              <a:prstDash val="solid"/>
              <a:round/>
            </a:ln>
          </a:bottom>
          <a:insideH>
            <a:ln w="12700" cap="flat">
              <a:solidFill>
                <a:srgbClr val="0B0F14"/>
              </a:solidFill>
              <a:prstDash val="solid"/>
              <a:round/>
            </a:ln>
          </a:insideH>
          <a:insideV>
            <a:ln w="12700" cap="flat">
              <a:solidFill>
                <a:srgbClr val="0B0F14"/>
              </a:solidFill>
              <a:prstDash val="solid"/>
              <a:round/>
            </a:ln>
          </a:insideV>
        </a:tcBdr>
        <a:fill>
          <a:solidFill>
            <a:srgbClr val="0B0F14"/>
          </a:solidFill>
        </a:fill>
      </a:tcStyle>
    </a:firstRow>
  </a:tblStyle>
  <a:tblStyle styleId="{2708684C-4D16-4618-839F-0558EEFCDFE6}" styleName="">
    <a:tblBg/>
    <a:wholeTbl>
      <a:tcTxStyle b="off" i="off">
        <a:fontRef idx="major">
          <a:srgbClr val="0B0F14"/>
        </a:fontRef>
        <a:srgbClr val="0B0F14"/>
      </a:tcTxStyle>
      <a:tcStyle>
        <a:tcBdr>
          <a:left>
            <a:ln w="12700" cap="flat">
              <a:solidFill>
                <a:srgbClr val="0B0F14"/>
              </a:solidFill>
              <a:prstDash val="solid"/>
              <a:round/>
            </a:ln>
          </a:left>
          <a:right>
            <a:ln w="12700" cap="flat">
              <a:solidFill>
                <a:srgbClr val="0B0F14"/>
              </a:solidFill>
              <a:prstDash val="solid"/>
              <a:round/>
            </a:ln>
          </a:right>
          <a:top>
            <a:ln w="12700" cap="flat">
              <a:solidFill>
                <a:srgbClr val="0B0F14"/>
              </a:solidFill>
              <a:prstDash val="solid"/>
              <a:round/>
            </a:ln>
          </a:top>
          <a:bottom>
            <a:ln w="12700" cap="flat">
              <a:solidFill>
                <a:srgbClr val="0B0F14"/>
              </a:solidFill>
              <a:prstDash val="solid"/>
              <a:round/>
            </a:ln>
          </a:bottom>
          <a:insideH>
            <a:ln w="12700" cap="flat">
              <a:solidFill>
                <a:srgbClr val="0B0F14"/>
              </a:solidFill>
              <a:prstDash val="solid"/>
              <a:round/>
            </a:ln>
          </a:insideH>
          <a:insideV>
            <a:ln w="12700" cap="flat">
              <a:solidFill>
                <a:srgbClr val="0B0F14"/>
              </a:solidFill>
              <a:prstDash val="solid"/>
              <a:round/>
            </a:ln>
          </a:insideV>
        </a:tcBdr>
        <a:fill>
          <a:solidFill>
            <a:srgbClr val="0B0F14">
              <a:alpha val="20000"/>
            </a:srgbClr>
          </a:solidFill>
        </a:fill>
      </a:tcStyle>
    </a:wholeTbl>
    <a:band2H>
      <a:tcTxStyle b="def" i="def"/>
      <a:tcStyle>
        <a:tcBdr/>
        <a:fill>
          <a:solidFill>
            <a:srgbClr val="FFFFFF"/>
          </a:solidFill>
        </a:fill>
      </a:tcStyle>
    </a:band2H>
    <a:firstCol>
      <a:tcTxStyle b="on" i="off">
        <a:fontRef idx="major">
          <a:srgbClr val="0B0F14"/>
        </a:fontRef>
        <a:srgbClr val="0B0F14"/>
      </a:tcTxStyle>
      <a:tcStyle>
        <a:tcBdr>
          <a:left>
            <a:ln w="12700" cap="flat">
              <a:solidFill>
                <a:srgbClr val="0B0F14"/>
              </a:solidFill>
              <a:prstDash val="solid"/>
              <a:round/>
            </a:ln>
          </a:left>
          <a:right>
            <a:ln w="12700" cap="flat">
              <a:solidFill>
                <a:srgbClr val="0B0F14"/>
              </a:solidFill>
              <a:prstDash val="solid"/>
              <a:round/>
            </a:ln>
          </a:right>
          <a:top>
            <a:ln w="12700" cap="flat">
              <a:solidFill>
                <a:srgbClr val="0B0F14"/>
              </a:solidFill>
              <a:prstDash val="solid"/>
              <a:round/>
            </a:ln>
          </a:top>
          <a:bottom>
            <a:ln w="12700" cap="flat">
              <a:solidFill>
                <a:srgbClr val="0B0F14"/>
              </a:solidFill>
              <a:prstDash val="solid"/>
              <a:round/>
            </a:ln>
          </a:bottom>
          <a:insideH>
            <a:ln w="12700" cap="flat">
              <a:solidFill>
                <a:srgbClr val="0B0F14"/>
              </a:solidFill>
              <a:prstDash val="solid"/>
              <a:round/>
            </a:ln>
          </a:insideH>
          <a:insideV>
            <a:ln w="12700" cap="flat">
              <a:solidFill>
                <a:srgbClr val="0B0F14"/>
              </a:solidFill>
              <a:prstDash val="solid"/>
              <a:round/>
            </a:ln>
          </a:insideV>
        </a:tcBdr>
        <a:fill>
          <a:solidFill>
            <a:srgbClr val="0B0F14">
              <a:alpha val="20000"/>
            </a:srgbClr>
          </a:solidFill>
        </a:fill>
      </a:tcStyle>
    </a:firstCol>
    <a:lastRow>
      <a:tcTxStyle b="on" i="off">
        <a:fontRef idx="major">
          <a:srgbClr val="0B0F14"/>
        </a:fontRef>
        <a:srgbClr val="0B0F14"/>
      </a:tcTxStyle>
      <a:tcStyle>
        <a:tcBdr>
          <a:left>
            <a:ln w="12700" cap="flat">
              <a:solidFill>
                <a:srgbClr val="0B0F14"/>
              </a:solidFill>
              <a:prstDash val="solid"/>
              <a:round/>
            </a:ln>
          </a:left>
          <a:right>
            <a:ln w="12700" cap="flat">
              <a:solidFill>
                <a:srgbClr val="0B0F14"/>
              </a:solidFill>
              <a:prstDash val="solid"/>
              <a:round/>
            </a:ln>
          </a:right>
          <a:top>
            <a:ln w="50800" cap="flat">
              <a:solidFill>
                <a:srgbClr val="0B0F14"/>
              </a:solidFill>
              <a:prstDash val="solid"/>
              <a:round/>
            </a:ln>
          </a:top>
          <a:bottom>
            <a:ln w="12700" cap="flat">
              <a:solidFill>
                <a:srgbClr val="0B0F14"/>
              </a:solidFill>
              <a:prstDash val="solid"/>
              <a:round/>
            </a:ln>
          </a:bottom>
          <a:insideH>
            <a:ln w="12700" cap="flat">
              <a:solidFill>
                <a:srgbClr val="0B0F14"/>
              </a:solidFill>
              <a:prstDash val="solid"/>
              <a:round/>
            </a:ln>
          </a:insideH>
          <a:insideV>
            <a:ln w="12700" cap="flat">
              <a:solidFill>
                <a:srgbClr val="0B0F14"/>
              </a:solidFill>
              <a:prstDash val="solid"/>
              <a:round/>
            </a:ln>
          </a:insideV>
        </a:tcBdr>
        <a:fill>
          <a:noFill/>
        </a:fill>
      </a:tcStyle>
    </a:lastRow>
    <a:firstRow>
      <a:tcTxStyle b="on" i="off">
        <a:fontRef idx="major">
          <a:srgbClr val="0B0F14"/>
        </a:fontRef>
        <a:srgbClr val="0B0F14"/>
      </a:tcTxStyle>
      <a:tcStyle>
        <a:tcBdr>
          <a:left>
            <a:ln w="12700" cap="flat">
              <a:solidFill>
                <a:srgbClr val="0B0F14"/>
              </a:solidFill>
              <a:prstDash val="solid"/>
              <a:round/>
            </a:ln>
          </a:left>
          <a:right>
            <a:ln w="12700" cap="flat">
              <a:solidFill>
                <a:srgbClr val="0B0F14"/>
              </a:solidFill>
              <a:prstDash val="solid"/>
              <a:round/>
            </a:ln>
          </a:right>
          <a:top>
            <a:ln w="12700" cap="flat">
              <a:solidFill>
                <a:srgbClr val="0B0F14"/>
              </a:solidFill>
              <a:prstDash val="solid"/>
              <a:round/>
            </a:ln>
          </a:top>
          <a:bottom>
            <a:ln w="25400" cap="flat">
              <a:solidFill>
                <a:srgbClr val="0B0F14"/>
              </a:solidFill>
              <a:prstDash val="solid"/>
              <a:round/>
            </a:ln>
          </a:bottom>
          <a:insideH>
            <a:ln w="12700" cap="flat">
              <a:solidFill>
                <a:srgbClr val="0B0F14"/>
              </a:solidFill>
              <a:prstDash val="solid"/>
              <a:round/>
            </a:ln>
          </a:insideH>
          <a:insideV>
            <a:ln w="12700" cap="flat">
              <a:solidFill>
                <a:srgbClr val="0B0F14"/>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01" name="Shape 101"/>
          <p:cNvSpPr/>
          <p:nvPr>
            <p:ph type="sldImg"/>
          </p:nvPr>
        </p:nvSpPr>
        <p:spPr>
          <a:xfrm>
            <a:off x="1143000" y="685800"/>
            <a:ext cx="4572000" cy="3429000"/>
          </a:xfrm>
          <a:prstGeom prst="rect">
            <a:avLst/>
          </a:prstGeom>
        </p:spPr>
        <p:txBody>
          <a:bodyPr/>
          <a:lstStyle/>
          <a:p>
            <a:pPr/>
          </a:p>
        </p:txBody>
      </p:sp>
      <p:sp>
        <p:nvSpPr>
          <p:cNvPr id="102" name="Shape 10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Arial"/>
      </a:defRPr>
    </a:lvl1pPr>
    <a:lvl2pPr indent="228600" latinLnBrk="0">
      <a:spcBef>
        <a:spcPts val="400"/>
      </a:spcBef>
      <a:defRPr sz="1200">
        <a:latin typeface="+mj-lt"/>
        <a:ea typeface="+mj-ea"/>
        <a:cs typeface="+mj-cs"/>
        <a:sym typeface="Arial"/>
      </a:defRPr>
    </a:lvl2pPr>
    <a:lvl3pPr indent="457200" latinLnBrk="0">
      <a:spcBef>
        <a:spcPts val="400"/>
      </a:spcBef>
      <a:defRPr sz="1200">
        <a:latin typeface="+mj-lt"/>
        <a:ea typeface="+mj-ea"/>
        <a:cs typeface="+mj-cs"/>
        <a:sym typeface="Arial"/>
      </a:defRPr>
    </a:lvl3pPr>
    <a:lvl4pPr indent="685800" latinLnBrk="0">
      <a:spcBef>
        <a:spcPts val="400"/>
      </a:spcBef>
      <a:defRPr sz="1200">
        <a:latin typeface="+mj-lt"/>
        <a:ea typeface="+mj-ea"/>
        <a:cs typeface="+mj-cs"/>
        <a:sym typeface="Arial"/>
      </a:defRPr>
    </a:lvl4pPr>
    <a:lvl5pPr indent="914400" latinLnBrk="0">
      <a:spcBef>
        <a:spcPts val="400"/>
      </a:spcBef>
      <a:defRPr sz="1200">
        <a:latin typeface="+mj-lt"/>
        <a:ea typeface="+mj-ea"/>
        <a:cs typeface="+mj-cs"/>
        <a:sym typeface="Arial"/>
      </a:defRPr>
    </a:lvl5pPr>
    <a:lvl6pPr indent="1143000" latinLnBrk="0">
      <a:spcBef>
        <a:spcPts val="400"/>
      </a:spcBef>
      <a:defRPr sz="1200">
        <a:latin typeface="+mj-lt"/>
        <a:ea typeface="+mj-ea"/>
        <a:cs typeface="+mj-cs"/>
        <a:sym typeface="Arial"/>
      </a:defRPr>
    </a:lvl6pPr>
    <a:lvl7pPr indent="1371600" latinLnBrk="0">
      <a:spcBef>
        <a:spcPts val="400"/>
      </a:spcBef>
      <a:defRPr sz="1200">
        <a:latin typeface="+mj-lt"/>
        <a:ea typeface="+mj-ea"/>
        <a:cs typeface="+mj-cs"/>
        <a:sym typeface="Arial"/>
      </a:defRPr>
    </a:lvl7pPr>
    <a:lvl8pPr indent="1600200" latinLnBrk="0">
      <a:spcBef>
        <a:spcPts val="400"/>
      </a:spcBef>
      <a:defRPr sz="1200">
        <a:latin typeface="+mj-lt"/>
        <a:ea typeface="+mj-ea"/>
        <a:cs typeface="+mj-cs"/>
        <a:sym typeface="Arial"/>
      </a:defRPr>
    </a:lvl8pPr>
    <a:lvl9pPr indent="1828800" latinLnBrk="0">
      <a:spcBef>
        <a:spcPts val="400"/>
      </a:spcBef>
      <a:defRPr sz="1200">
        <a:latin typeface="+mj-lt"/>
        <a:ea typeface="+mj-ea"/>
        <a:cs typeface="+mj-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relude">
    <p:spTree>
      <p:nvGrpSpPr>
        <p:cNvPr id="1" name=""/>
        <p:cNvGrpSpPr/>
        <p:nvPr/>
      </p:nvGrpSpPr>
      <p:grpSpPr>
        <a:xfrm>
          <a:off x="0" y="0"/>
          <a:ext cx="0" cy="0"/>
          <a:chOff x="0" y="0"/>
          <a:chExt cx="0" cy="0"/>
        </a:xfrm>
      </p:grpSpPr>
      <p:sp>
        <p:nvSpPr>
          <p:cNvPr id="20" name="Picture Placeholder 7"/>
          <p:cNvSpPr/>
          <p:nvPr>
            <p:ph type="pic" sz="half" idx="21"/>
          </p:nvPr>
        </p:nvSpPr>
        <p:spPr>
          <a:xfrm>
            <a:off x="7772400" y="609600"/>
            <a:ext cx="3048000" cy="5562600"/>
          </a:xfrm>
          <a:prstGeom prst="rect">
            <a:avLst/>
          </a:prstGeom>
        </p:spPr>
        <p:txBody>
          <a:bodyPr lIns="91439" tIns="45719" rIns="91439" bIns="45719">
            <a:noAutofit/>
          </a:bodyPr>
          <a:lstStyle/>
          <a:p>
            <a:pPr/>
          </a:p>
        </p:txBody>
      </p:sp>
      <p:sp>
        <p:nvSpPr>
          <p:cNvPr id="21" name="Title Text"/>
          <p:cNvSpPr txBox="1"/>
          <p:nvPr>
            <p:ph type="title"/>
          </p:nvPr>
        </p:nvSpPr>
        <p:spPr>
          <a:xfrm>
            <a:off x="264959" y="679008"/>
            <a:ext cx="7385769" cy="5499984"/>
          </a:xfrm>
          <a:prstGeom prst="rect">
            <a:avLst/>
          </a:prstGeom>
        </p:spPr>
        <p:txBody>
          <a:bodyPr/>
          <a:lstStyle/>
          <a:p>
            <a:pPr/>
            <a:r>
              <a:t>Title Text</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essage">
    <p:spTree>
      <p:nvGrpSpPr>
        <p:cNvPr id="1" name=""/>
        <p:cNvGrpSpPr/>
        <p:nvPr/>
      </p:nvGrpSpPr>
      <p:grpSpPr>
        <a:xfrm>
          <a:off x="0" y="0"/>
          <a:ext cx="0" cy="0"/>
          <a:chOff x="0" y="0"/>
          <a:chExt cx="0" cy="0"/>
        </a:xfrm>
      </p:grpSpPr>
      <p:sp>
        <p:nvSpPr>
          <p:cNvPr id="29" name="Body Level One…"/>
          <p:cNvSpPr txBox="1"/>
          <p:nvPr>
            <p:ph type="body" idx="21" hasCustomPrompt="1"/>
          </p:nvPr>
        </p:nvSpPr>
        <p:spPr>
          <a:xfrm>
            <a:off x="406400" y="1843762"/>
            <a:ext cx="11379201" cy="3170476"/>
          </a:xfrm>
          <a:prstGeom prst="rect">
            <a:avLst/>
          </a:prstGeom>
        </p:spPr>
        <p:txBody>
          <a:bodyPr/>
          <a:lstStyle>
            <a:lvl1pPr marL="339470" indent="-339470" defTabSz="905255">
              <a:spcBef>
                <a:spcPts val="400"/>
              </a:spcBef>
              <a:defRPr sz="6336">
                <a:effectLst>
                  <a:outerShdw sx="100000" sy="100000" kx="0" ky="0" algn="b" rotWithShape="0" blurRad="37719" dist="37719" dir="2700000">
                    <a:srgbClr val="0B0F14"/>
                  </a:outerShdw>
                </a:effectLst>
              </a:defRPr>
            </a:lvl1pPr>
          </a:lstStyle>
          <a:p>
            <a:pPr/>
            <a:r>
              <a:t>惟耶和華在他的聖殿中；全地的人，都當在他面前肅敬靜默。</a:t>
            </a:r>
          </a:p>
        </p:txBody>
      </p:sp>
      <p:sp>
        <p:nvSpPr>
          <p:cNvPr id="3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se">
    <p:spTree>
      <p:nvGrpSpPr>
        <p:cNvPr id="1" name=""/>
        <p:cNvGrpSpPr/>
        <p:nvPr/>
      </p:nvGrpSpPr>
      <p:grpSpPr>
        <a:xfrm>
          <a:off x="0" y="0"/>
          <a:ext cx="0" cy="0"/>
          <a:chOff x="0" y="0"/>
          <a:chExt cx="0" cy="0"/>
        </a:xfrm>
      </p:grpSpPr>
      <p:sp>
        <p:nvSpPr>
          <p:cNvPr id="37" name="約翰福音 3:16"/>
          <p:cNvSpPr txBox="1"/>
          <p:nvPr>
            <p:ph type="title" hasCustomPrompt="1"/>
          </p:nvPr>
        </p:nvSpPr>
        <p:spPr>
          <a:prstGeom prst="rect">
            <a:avLst/>
          </a:prstGeom>
        </p:spPr>
        <p:txBody>
          <a:bodyPr/>
          <a:lstStyle/>
          <a:p>
            <a:pPr/>
            <a:r>
              <a:t>約翰福音 3:16</a:t>
            </a:r>
          </a:p>
        </p:txBody>
      </p:sp>
      <p:sp>
        <p:nvSpPr>
          <p:cNvPr id="38" name="Body Level One…"/>
          <p:cNvSpPr txBox="1"/>
          <p:nvPr>
            <p:ph type="body" idx="21" hasCustomPrompt="1"/>
          </p:nvPr>
        </p:nvSpPr>
        <p:spPr>
          <a:prstGeom prst="rect">
            <a:avLst/>
          </a:prstGeom>
        </p:spPr>
        <p:txBody>
          <a:bodyPr/>
          <a:lstStyle/>
          <a:p>
            <a:pPr/>
            <a:r>
              <a:t>神愛世人，甚至將他的獨生子賜給他們，叫一切信他的不至滅亡反得永生。</a:t>
            </a:r>
          </a:p>
        </p:txBody>
      </p:sp>
      <p:sp>
        <p:nvSpPr>
          <p:cNvPr id="3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emorize">
    <p:spTree>
      <p:nvGrpSpPr>
        <p:cNvPr id="1" name=""/>
        <p:cNvGrpSpPr/>
        <p:nvPr/>
      </p:nvGrpSpPr>
      <p:grpSpPr>
        <a:xfrm>
          <a:off x="0" y="0"/>
          <a:ext cx="0" cy="0"/>
          <a:chOff x="0" y="0"/>
          <a:chExt cx="0" cy="0"/>
        </a:xfrm>
      </p:grpSpPr>
      <p:sp>
        <p:nvSpPr>
          <p:cNvPr id="46" name="本週金句"/>
          <p:cNvSpPr txBox="1"/>
          <p:nvPr>
            <p:ph type="title" hasCustomPrompt="1"/>
          </p:nvPr>
        </p:nvSpPr>
        <p:spPr>
          <a:prstGeom prst="rect">
            <a:avLst/>
          </a:prstGeom>
        </p:spPr>
        <p:txBody>
          <a:bodyPr/>
          <a:lstStyle>
            <a:lvl1pPr>
              <a:defRPr b="1" sz="6000">
                <a:latin typeface="Helvetica Neue"/>
                <a:ea typeface="Helvetica Neue"/>
                <a:cs typeface="Helvetica Neue"/>
                <a:sym typeface="Helvetica Neue"/>
              </a:defRPr>
            </a:lvl1pPr>
          </a:lstStyle>
          <a:p>
            <a:pPr/>
            <a:r>
              <a:t>本週金句</a:t>
            </a:r>
          </a:p>
        </p:txBody>
      </p:sp>
      <p:sp>
        <p:nvSpPr>
          <p:cNvPr id="47" name="Body Level One…"/>
          <p:cNvSpPr txBox="1"/>
          <p:nvPr>
            <p:ph type="body" idx="21" hasCustomPrompt="1"/>
          </p:nvPr>
        </p:nvSpPr>
        <p:spPr>
          <a:prstGeom prst="rect">
            <a:avLst/>
          </a:prstGeom>
        </p:spPr>
        <p:txBody>
          <a:bodyPr/>
          <a:lstStyle/>
          <a:p>
            <a:pPr/>
            <a:r>
              <a:t>       神愛世人，甚至將他的獨生子賜給他們，叫一切信他的不至滅亡反得永生。</a:t>
            </a:r>
          </a:p>
        </p:txBody>
      </p:sp>
      <p:sp>
        <p:nvSpPr>
          <p:cNvPr id="4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eaching">
    <p:spTree>
      <p:nvGrpSpPr>
        <p:cNvPr id="1" name=""/>
        <p:cNvGrpSpPr/>
        <p:nvPr/>
      </p:nvGrpSpPr>
      <p:grpSpPr>
        <a:xfrm>
          <a:off x="0" y="0"/>
          <a:ext cx="0" cy="0"/>
          <a:chOff x="0" y="0"/>
          <a:chExt cx="0" cy="0"/>
        </a:xfrm>
      </p:grpSpPr>
      <p:sp>
        <p:nvSpPr>
          <p:cNvPr id="55" name="信息"/>
          <p:cNvSpPr txBox="1"/>
          <p:nvPr>
            <p:ph type="title" hasCustomPrompt="1"/>
          </p:nvPr>
        </p:nvSpPr>
        <p:spPr>
          <a:prstGeom prst="rect">
            <a:avLst/>
          </a:prstGeom>
        </p:spPr>
        <p:txBody>
          <a:bodyPr/>
          <a:lstStyle>
            <a:lvl1pPr>
              <a:defRPr b="1" sz="6000">
                <a:latin typeface="Helvetica Neue"/>
                <a:ea typeface="Helvetica Neue"/>
                <a:cs typeface="Helvetica Neue"/>
                <a:sym typeface="Helvetica Neue"/>
              </a:defRPr>
            </a:lvl1pPr>
          </a:lstStyle>
          <a:p>
            <a:pPr/>
            <a:r>
              <a:t>信息</a:t>
            </a:r>
          </a:p>
        </p:txBody>
      </p:sp>
      <p:sp>
        <p:nvSpPr>
          <p:cNvPr id="56" name="Body Level One…"/>
          <p:cNvSpPr txBox="1"/>
          <p:nvPr>
            <p:ph type="body" idx="21" hasCustomPrompt="1"/>
          </p:nvPr>
        </p:nvSpPr>
        <p:spPr>
          <a:prstGeom prst="rect">
            <a:avLst/>
          </a:prstGeom>
        </p:spPr>
        <p:txBody>
          <a:bodyPr/>
          <a:lstStyle>
            <a:lvl1pPr algn="ctr"/>
          </a:lstStyle>
          <a:p>
            <a:pPr/>
            <a:r>
              <a:t>神愛世人</a:t>
            </a:r>
          </a:p>
        </p:txBody>
      </p:sp>
      <p:sp>
        <p:nvSpPr>
          <p:cNvPr id="5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64" name="頌讚"/>
          <p:cNvSpPr txBox="1"/>
          <p:nvPr>
            <p:ph type="title" hasCustomPrompt="1"/>
          </p:nvPr>
        </p:nvSpPr>
        <p:spPr>
          <a:xfrm>
            <a:off x="1219199" y="2670967"/>
            <a:ext cx="9753601" cy="1516065"/>
          </a:xfrm>
          <a:prstGeom prst="rect">
            <a:avLst/>
          </a:prstGeom>
        </p:spPr>
        <p:txBody>
          <a:bodyPr/>
          <a:lstStyle>
            <a:lvl1pPr>
              <a:defRPr b="1">
                <a:latin typeface="Helvetica Neue"/>
                <a:ea typeface="Helvetica Neue"/>
                <a:cs typeface="Helvetica Neue"/>
                <a:sym typeface="Helvetica Neue"/>
              </a:defRPr>
            </a:lvl1pPr>
          </a:lstStyle>
          <a:p>
            <a:pPr/>
            <a:r>
              <a:t>頌讚</a:t>
            </a:r>
          </a:p>
        </p:txBody>
      </p:sp>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7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7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hymn_title">
    <p:spTree>
      <p:nvGrpSpPr>
        <p:cNvPr id="1" name=""/>
        <p:cNvGrpSpPr/>
        <p:nvPr/>
      </p:nvGrpSpPr>
      <p:grpSpPr>
        <a:xfrm>
          <a:off x="0" y="0"/>
          <a:ext cx="0" cy="0"/>
          <a:chOff x="0" y="0"/>
          <a:chExt cx="0" cy="0"/>
        </a:xfrm>
      </p:grpSpPr>
      <p:sp>
        <p:nvSpPr>
          <p:cNvPr id="86" name="#23 讚美詩"/>
          <p:cNvSpPr txBox="1"/>
          <p:nvPr>
            <p:ph type="title" hasCustomPrompt="1"/>
          </p:nvPr>
        </p:nvSpPr>
        <p:spPr>
          <a:xfrm>
            <a:off x="1158086" y="2743200"/>
            <a:ext cx="9875521" cy="1371600"/>
          </a:xfrm>
          <a:prstGeom prst="rect">
            <a:avLst/>
          </a:prstGeom>
        </p:spPr>
        <p:txBody>
          <a:bodyPr/>
          <a:lstStyle/>
          <a:p>
            <a:pPr/>
            <a:r>
              <a:t>#23 讚美詩</a:t>
            </a:r>
          </a:p>
        </p:txBody>
      </p:sp>
      <p:sp>
        <p:nvSpPr>
          <p:cNvPr id="87" name="Slide Number"/>
          <p:cNvSpPr txBox="1"/>
          <p:nvPr>
            <p:ph type="sldNum" sz="quarter" idx="2"/>
          </p:nvPr>
        </p:nvSpPr>
        <p:spPr>
          <a:xfrm>
            <a:off x="5892800" y="6172200"/>
            <a:ext cx="2844800" cy="3683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hymn_lyrics">
    <p:spTree>
      <p:nvGrpSpPr>
        <p:cNvPr id="1" name=""/>
        <p:cNvGrpSpPr/>
        <p:nvPr/>
      </p:nvGrpSpPr>
      <p:grpSpPr>
        <a:xfrm>
          <a:off x="0" y="0"/>
          <a:ext cx="0" cy="0"/>
          <a:chOff x="0" y="0"/>
          <a:chExt cx="0" cy="0"/>
        </a:xfrm>
      </p:grpSpPr>
      <p:sp>
        <p:nvSpPr>
          <p:cNvPr id="94" name="Body Level One…"/>
          <p:cNvSpPr txBox="1"/>
          <p:nvPr>
            <p:ph type="body" idx="21" hasCustomPrompt="1"/>
          </p:nvPr>
        </p:nvSpPr>
        <p:spPr>
          <a:xfrm>
            <a:off x="406400" y="589901"/>
            <a:ext cx="11379200" cy="5678198"/>
          </a:xfrm>
          <a:prstGeom prst="rect">
            <a:avLst/>
          </a:prstGeom>
        </p:spPr>
        <p:txBody>
          <a:bodyPr/>
          <a:lstStyle>
            <a:lvl1pPr algn="ctr">
              <a:defRPr sz="7200"/>
            </a:lvl1pPr>
          </a:lstStyle>
          <a:p>
            <a:pPr/>
            <a:r>
              <a:t>惟獨仰賴活聖靈</a:t>
            </a:r>
          </a:p>
        </p:txBody>
      </p:sp>
      <p:sp>
        <p:nvSpPr>
          <p:cNvPr id="95" name="Slide Number"/>
          <p:cNvSpPr txBox="1"/>
          <p:nvPr>
            <p:ph type="sldNum" sz="quarter" idx="2"/>
          </p:nvPr>
        </p:nvSpPr>
        <p:spPr>
          <a:xfrm>
            <a:off x="5892800" y="6172200"/>
            <a:ext cx="2844800" cy="3683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0B0F14"/>
        </a:solidFill>
      </p:bgPr>
    </p:bg>
    <p:spTree>
      <p:nvGrpSpPr>
        <p:cNvPr id="1" name=""/>
        <p:cNvGrpSpPr/>
        <p:nvPr/>
      </p:nvGrpSpPr>
      <p:grpSpPr>
        <a:xfrm>
          <a:off x="0" y="0"/>
          <a:ext cx="0" cy="0"/>
          <a:chOff x="0" y="0"/>
          <a:chExt cx="0" cy="0"/>
        </a:xfrm>
      </p:grpSpPr>
      <p:grpSp>
        <p:nvGrpSpPr>
          <p:cNvPr id="9" name="Group 4"/>
          <p:cNvGrpSpPr/>
          <p:nvPr/>
        </p:nvGrpSpPr>
        <p:grpSpPr>
          <a:xfrm>
            <a:off x="3657437" y="2128837"/>
            <a:ext cx="8523459" cy="4721233"/>
            <a:chOff x="-2" y="-2"/>
            <a:chExt cx="8523458" cy="4721232"/>
          </a:xfrm>
        </p:grpSpPr>
        <p:grpSp>
          <p:nvGrpSpPr>
            <p:cNvPr id="7" name="Group 5"/>
            <p:cNvGrpSpPr/>
            <p:nvPr/>
          </p:nvGrpSpPr>
          <p:grpSpPr>
            <a:xfrm>
              <a:off x="-3" y="1411286"/>
              <a:ext cx="8523459" cy="3309944"/>
              <a:chOff x="-1" y="-1"/>
              <a:chExt cx="8523457" cy="3309943"/>
            </a:xfrm>
          </p:grpSpPr>
          <p:sp>
            <p:nvSpPr>
              <p:cNvPr id="2" name="Freeform 6"/>
              <p:cNvSpPr/>
              <p:nvPr/>
            </p:nvSpPr>
            <p:spPr>
              <a:xfrm>
                <a:off x="-2" y="657225"/>
                <a:ext cx="6099979" cy="265271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783" y="7032"/>
                    </a:moveTo>
                    <a:lnTo>
                      <a:pt x="20536" y="6825"/>
                    </a:lnTo>
                    <a:lnTo>
                      <a:pt x="20176" y="6541"/>
                    </a:lnTo>
                    <a:lnTo>
                      <a:pt x="19726" y="6256"/>
                    </a:lnTo>
                    <a:lnTo>
                      <a:pt x="19194" y="5907"/>
                    </a:lnTo>
                    <a:lnTo>
                      <a:pt x="18587" y="5481"/>
                    </a:lnTo>
                    <a:lnTo>
                      <a:pt x="17898" y="5132"/>
                    </a:lnTo>
                    <a:lnTo>
                      <a:pt x="16511" y="4434"/>
                    </a:lnTo>
                    <a:lnTo>
                      <a:pt x="15574" y="4007"/>
                    </a:lnTo>
                    <a:lnTo>
                      <a:pt x="14765" y="3581"/>
                    </a:lnTo>
                    <a:lnTo>
                      <a:pt x="14075" y="3167"/>
                    </a:lnTo>
                    <a:lnTo>
                      <a:pt x="13543" y="2740"/>
                    </a:lnTo>
                    <a:lnTo>
                      <a:pt x="13056" y="2314"/>
                    </a:lnTo>
                    <a:lnTo>
                      <a:pt x="12689" y="1965"/>
                    </a:lnTo>
                    <a:lnTo>
                      <a:pt x="12404" y="1616"/>
                    </a:lnTo>
                    <a:lnTo>
                      <a:pt x="12202" y="1331"/>
                    </a:lnTo>
                    <a:lnTo>
                      <a:pt x="12037" y="1047"/>
                    </a:lnTo>
                    <a:lnTo>
                      <a:pt x="11917" y="776"/>
                    </a:lnTo>
                    <a:lnTo>
                      <a:pt x="11879" y="556"/>
                    </a:lnTo>
                    <a:lnTo>
                      <a:pt x="11834" y="349"/>
                    </a:lnTo>
                    <a:lnTo>
                      <a:pt x="11879" y="65"/>
                    </a:lnTo>
                    <a:lnTo>
                      <a:pt x="11879" y="0"/>
                    </a:lnTo>
                    <a:lnTo>
                      <a:pt x="11752" y="349"/>
                    </a:lnTo>
                    <a:lnTo>
                      <a:pt x="11669" y="633"/>
                    </a:lnTo>
                    <a:lnTo>
                      <a:pt x="11669" y="982"/>
                    </a:lnTo>
                    <a:lnTo>
                      <a:pt x="11752" y="1267"/>
                    </a:lnTo>
                    <a:lnTo>
                      <a:pt x="11917" y="1551"/>
                    </a:lnTo>
                    <a:lnTo>
                      <a:pt x="12119" y="1823"/>
                    </a:lnTo>
                    <a:lnTo>
                      <a:pt x="12366" y="2107"/>
                    </a:lnTo>
                    <a:lnTo>
                      <a:pt x="12651" y="2391"/>
                    </a:lnTo>
                    <a:lnTo>
                      <a:pt x="13018" y="2676"/>
                    </a:lnTo>
                    <a:lnTo>
                      <a:pt x="13423" y="2947"/>
                    </a:lnTo>
                    <a:lnTo>
                      <a:pt x="14278" y="3451"/>
                    </a:lnTo>
                    <a:lnTo>
                      <a:pt x="15289" y="4007"/>
                    </a:lnTo>
                    <a:lnTo>
                      <a:pt x="16354" y="4498"/>
                    </a:lnTo>
                    <a:lnTo>
                      <a:pt x="17126" y="4925"/>
                    </a:lnTo>
                    <a:lnTo>
                      <a:pt x="17853" y="5274"/>
                    </a:lnTo>
                    <a:lnTo>
                      <a:pt x="18467" y="5623"/>
                    </a:lnTo>
                    <a:lnTo>
                      <a:pt x="19037" y="5972"/>
                    </a:lnTo>
                    <a:lnTo>
                      <a:pt x="19524" y="6256"/>
                    </a:lnTo>
                    <a:lnTo>
                      <a:pt x="19929" y="6541"/>
                    </a:lnTo>
                    <a:lnTo>
                      <a:pt x="20296" y="6825"/>
                    </a:lnTo>
                    <a:lnTo>
                      <a:pt x="20536" y="7032"/>
                    </a:lnTo>
                    <a:lnTo>
                      <a:pt x="20746" y="7239"/>
                    </a:lnTo>
                    <a:lnTo>
                      <a:pt x="20866" y="7459"/>
                    </a:lnTo>
                    <a:lnTo>
                      <a:pt x="20948" y="7665"/>
                    </a:lnTo>
                    <a:lnTo>
                      <a:pt x="20985" y="7950"/>
                    </a:lnTo>
                    <a:lnTo>
                      <a:pt x="20948" y="8299"/>
                    </a:lnTo>
                    <a:lnTo>
                      <a:pt x="20866" y="8583"/>
                    </a:lnTo>
                    <a:lnTo>
                      <a:pt x="20701" y="8932"/>
                    </a:lnTo>
                    <a:lnTo>
                      <a:pt x="20461" y="9217"/>
                    </a:lnTo>
                    <a:lnTo>
                      <a:pt x="20176" y="9501"/>
                    </a:lnTo>
                    <a:lnTo>
                      <a:pt x="19809" y="9772"/>
                    </a:lnTo>
                    <a:lnTo>
                      <a:pt x="19404" y="10057"/>
                    </a:lnTo>
                    <a:lnTo>
                      <a:pt x="18954" y="10341"/>
                    </a:lnTo>
                    <a:lnTo>
                      <a:pt x="18422" y="10625"/>
                    </a:lnTo>
                    <a:lnTo>
                      <a:pt x="17853" y="10897"/>
                    </a:lnTo>
                    <a:lnTo>
                      <a:pt x="17246" y="11181"/>
                    </a:lnTo>
                    <a:lnTo>
                      <a:pt x="16593" y="11466"/>
                    </a:lnTo>
                    <a:lnTo>
                      <a:pt x="15214" y="12022"/>
                    </a:lnTo>
                    <a:lnTo>
                      <a:pt x="13663" y="12655"/>
                    </a:lnTo>
                    <a:lnTo>
                      <a:pt x="12037" y="13366"/>
                    </a:lnTo>
                    <a:lnTo>
                      <a:pt x="10328" y="14141"/>
                    </a:lnTo>
                    <a:lnTo>
                      <a:pt x="8582" y="15046"/>
                    </a:lnTo>
                    <a:lnTo>
                      <a:pt x="6835" y="16042"/>
                    </a:lnTo>
                    <a:lnTo>
                      <a:pt x="5044" y="17166"/>
                    </a:lnTo>
                    <a:lnTo>
                      <a:pt x="3298" y="18498"/>
                    </a:lnTo>
                    <a:lnTo>
                      <a:pt x="1626" y="19971"/>
                    </a:lnTo>
                    <a:lnTo>
                      <a:pt x="0" y="21600"/>
                    </a:lnTo>
                    <a:lnTo>
                      <a:pt x="2646" y="21600"/>
                    </a:lnTo>
                    <a:lnTo>
                      <a:pt x="4152" y="20256"/>
                    </a:lnTo>
                    <a:lnTo>
                      <a:pt x="5651" y="18989"/>
                    </a:lnTo>
                    <a:lnTo>
                      <a:pt x="7158" y="17942"/>
                    </a:lnTo>
                    <a:lnTo>
                      <a:pt x="8582" y="16946"/>
                    </a:lnTo>
                    <a:lnTo>
                      <a:pt x="10006" y="16042"/>
                    </a:lnTo>
                    <a:lnTo>
                      <a:pt x="11385" y="15331"/>
                    </a:lnTo>
                    <a:lnTo>
                      <a:pt x="12689" y="14633"/>
                    </a:lnTo>
                    <a:lnTo>
                      <a:pt x="13948" y="13999"/>
                    </a:lnTo>
                    <a:lnTo>
                      <a:pt x="15132" y="13508"/>
                    </a:lnTo>
                    <a:lnTo>
                      <a:pt x="16226" y="13017"/>
                    </a:lnTo>
                    <a:lnTo>
                      <a:pt x="17246" y="12590"/>
                    </a:lnTo>
                    <a:lnTo>
                      <a:pt x="18182" y="12241"/>
                    </a:lnTo>
                    <a:lnTo>
                      <a:pt x="18992" y="11815"/>
                    </a:lnTo>
                    <a:lnTo>
                      <a:pt x="19681" y="11530"/>
                    </a:lnTo>
                    <a:lnTo>
                      <a:pt x="20251" y="11181"/>
                    </a:lnTo>
                    <a:lnTo>
                      <a:pt x="20701" y="10832"/>
                    </a:lnTo>
                    <a:lnTo>
                      <a:pt x="20985" y="10548"/>
                    </a:lnTo>
                    <a:lnTo>
                      <a:pt x="21188" y="10264"/>
                    </a:lnTo>
                    <a:lnTo>
                      <a:pt x="21353" y="9915"/>
                    </a:lnTo>
                    <a:lnTo>
                      <a:pt x="21473" y="9630"/>
                    </a:lnTo>
                    <a:lnTo>
                      <a:pt x="21555" y="9359"/>
                    </a:lnTo>
                    <a:lnTo>
                      <a:pt x="21600" y="9074"/>
                    </a:lnTo>
                    <a:lnTo>
                      <a:pt x="21555" y="8506"/>
                    </a:lnTo>
                    <a:lnTo>
                      <a:pt x="21390" y="8014"/>
                    </a:lnTo>
                    <a:lnTo>
                      <a:pt x="21233" y="7601"/>
                    </a:lnTo>
                    <a:lnTo>
                      <a:pt x="20985" y="7239"/>
                    </a:lnTo>
                    <a:lnTo>
                      <a:pt x="20783" y="7032"/>
                    </a:lnTo>
                    <a:close/>
                  </a:path>
                </a:pathLst>
              </a:custGeom>
              <a:gradFill flip="none" rotWithShape="1">
                <a:gsLst>
                  <a:gs pos="0">
                    <a:srgbClr val="0B0F14"/>
                  </a:gs>
                  <a:gs pos="100000">
                    <a:srgbClr val="132033"/>
                  </a:gs>
                </a:gsLst>
                <a:lin ang="0" scaled="0"/>
              </a:gradFill>
              <a:ln w="12700" cap="flat">
                <a:noFill/>
                <a:miter lim="400000"/>
              </a:ln>
              <a:effectLst/>
            </p:spPr>
            <p:txBody>
              <a:bodyPr wrap="square" lIns="45718" tIns="45718" rIns="45718" bIns="45718" numCol="1" anchor="t">
                <a:noAutofit/>
              </a:bodyPr>
              <a:lstStyle/>
              <a:p>
                <a:pPr>
                  <a:defRPr>
                    <a:solidFill>
                      <a:srgbClr val="F8FAFC"/>
                    </a:solidFill>
                    <a:latin typeface="Garamond"/>
                    <a:ea typeface="Garamond"/>
                    <a:cs typeface="Garamond"/>
                    <a:sym typeface="Garamond"/>
                  </a:defRPr>
                </a:pPr>
              </a:p>
            </p:txBody>
          </p:sp>
          <p:sp>
            <p:nvSpPr>
              <p:cNvPr id="3" name="Freeform 7"/>
              <p:cNvSpPr/>
              <p:nvPr/>
            </p:nvSpPr>
            <p:spPr>
              <a:xfrm>
                <a:off x="5168679" y="700087"/>
                <a:ext cx="2664774" cy="12874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6380"/>
                    </a:moveTo>
                    <a:lnTo>
                      <a:pt x="21411" y="15661"/>
                    </a:lnTo>
                    <a:lnTo>
                      <a:pt x="21223" y="15075"/>
                    </a:lnTo>
                    <a:lnTo>
                      <a:pt x="20862" y="14356"/>
                    </a:lnTo>
                    <a:lnTo>
                      <a:pt x="20382" y="13770"/>
                    </a:lnTo>
                    <a:lnTo>
                      <a:pt x="19267" y="12758"/>
                    </a:lnTo>
                    <a:lnTo>
                      <a:pt x="17877" y="11745"/>
                    </a:lnTo>
                    <a:lnTo>
                      <a:pt x="16196" y="10867"/>
                    </a:lnTo>
                    <a:lnTo>
                      <a:pt x="14429" y="10147"/>
                    </a:lnTo>
                    <a:lnTo>
                      <a:pt x="12473" y="9269"/>
                    </a:lnTo>
                    <a:lnTo>
                      <a:pt x="8561" y="7830"/>
                    </a:lnTo>
                    <a:lnTo>
                      <a:pt x="6708" y="6951"/>
                    </a:lnTo>
                    <a:lnTo>
                      <a:pt x="4941" y="6099"/>
                    </a:lnTo>
                    <a:lnTo>
                      <a:pt x="3346" y="5220"/>
                    </a:lnTo>
                    <a:lnTo>
                      <a:pt x="2042" y="4048"/>
                    </a:lnTo>
                    <a:lnTo>
                      <a:pt x="926" y="2903"/>
                    </a:lnTo>
                    <a:lnTo>
                      <a:pt x="566" y="2317"/>
                    </a:lnTo>
                    <a:lnTo>
                      <a:pt x="275" y="1598"/>
                    </a:lnTo>
                    <a:lnTo>
                      <a:pt x="86" y="879"/>
                    </a:lnTo>
                    <a:lnTo>
                      <a:pt x="0" y="0"/>
                    </a:lnTo>
                    <a:lnTo>
                      <a:pt x="0" y="1012"/>
                    </a:lnTo>
                    <a:lnTo>
                      <a:pt x="86" y="1598"/>
                    </a:lnTo>
                    <a:lnTo>
                      <a:pt x="275" y="2317"/>
                    </a:lnTo>
                    <a:lnTo>
                      <a:pt x="566" y="3036"/>
                    </a:lnTo>
                    <a:lnTo>
                      <a:pt x="926" y="3782"/>
                    </a:lnTo>
                    <a:lnTo>
                      <a:pt x="1493" y="4634"/>
                    </a:lnTo>
                    <a:lnTo>
                      <a:pt x="2145" y="5513"/>
                    </a:lnTo>
                    <a:lnTo>
                      <a:pt x="3071" y="6392"/>
                    </a:lnTo>
                    <a:lnTo>
                      <a:pt x="4186" y="7404"/>
                    </a:lnTo>
                    <a:lnTo>
                      <a:pt x="5593" y="8256"/>
                    </a:lnTo>
                    <a:lnTo>
                      <a:pt x="7171" y="9269"/>
                    </a:lnTo>
                    <a:lnTo>
                      <a:pt x="9024" y="10147"/>
                    </a:lnTo>
                    <a:lnTo>
                      <a:pt x="11272" y="11026"/>
                    </a:lnTo>
                    <a:lnTo>
                      <a:pt x="12850" y="11586"/>
                    </a:lnTo>
                    <a:lnTo>
                      <a:pt x="14240" y="12331"/>
                    </a:lnTo>
                    <a:lnTo>
                      <a:pt x="15458" y="13051"/>
                    </a:lnTo>
                    <a:lnTo>
                      <a:pt x="16573" y="13636"/>
                    </a:lnTo>
                    <a:lnTo>
                      <a:pt x="17414" y="14356"/>
                    </a:lnTo>
                    <a:lnTo>
                      <a:pt x="18066" y="15075"/>
                    </a:lnTo>
                    <a:lnTo>
                      <a:pt x="18529" y="15794"/>
                    </a:lnTo>
                    <a:lnTo>
                      <a:pt x="18906" y="16513"/>
                    </a:lnTo>
                    <a:lnTo>
                      <a:pt x="19078" y="17259"/>
                    </a:lnTo>
                    <a:lnTo>
                      <a:pt x="19181" y="17978"/>
                    </a:lnTo>
                    <a:lnTo>
                      <a:pt x="19078" y="18564"/>
                    </a:lnTo>
                    <a:lnTo>
                      <a:pt x="18803" y="19283"/>
                    </a:lnTo>
                    <a:lnTo>
                      <a:pt x="18529" y="19869"/>
                    </a:lnTo>
                    <a:lnTo>
                      <a:pt x="18066" y="20428"/>
                    </a:lnTo>
                    <a:lnTo>
                      <a:pt x="16762" y="21600"/>
                    </a:lnTo>
                    <a:lnTo>
                      <a:pt x="17963" y="21014"/>
                    </a:lnTo>
                    <a:lnTo>
                      <a:pt x="18992" y="20428"/>
                    </a:lnTo>
                    <a:lnTo>
                      <a:pt x="19833" y="19869"/>
                    </a:lnTo>
                    <a:lnTo>
                      <a:pt x="20571" y="19283"/>
                    </a:lnTo>
                    <a:lnTo>
                      <a:pt x="21034" y="18697"/>
                    </a:lnTo>
                    <a:lnTo>
                      <a:pt x="21411" y="17978"/>
                    </a:lnTo>
                    <a:lnTo>
                      <a:pt x="21600" y="17259"/>
                    </a:lnTo>
                    <a:lnTo>
                      <a:pt x="21600" y="16380"/>
                    </a:lnTo>
                    <a:close/>
                  </a:path>
                </a:pathLst>
              </a:custGeom>
              <a:gradFill flip="none" rotWithShape="1">
                <a:gsLst>
                  <a:gs pos="0">
                    <a:srgbClr val="0B0F14"/>
                  </a:gs>
                  <a:gs pos="100000">
                    <a:srgbClr val="132033"/>
                  </a:gs>
                </a:gsLst>
                <a:lin ang="2700000" scaled="0"/>
              </a:gradFill>
              <a:ln w="12700" cap="flat">
                <a:noFill/>
                <a:miter lim="400000"/>
              </a:ln>
              <a:effectLst/>
            </p:spPr>
            <p:txBody>
              <a:bodyPr wrap="square" lIns="45718" tIns="45718" rIns="45718" bIns="45718" numCol="1" anchor="t">
                <a:noAutofit/>
              </a:bodyPr>
              <a:lstStyle/>
              <a:p>
                <a:pPr>
                  <a:defRPr>
                    <a:solidFill>
                      <a:srgbClr val="F8FAFC"/>
                    </a:solidFill>
                    <a:latin typeface="Garamond"/>
                    <a:ea typeface="Garamond"/>
                    <a:cs typeface="Garamond"/>
                    <a:sym typeface="Garamond"/>
                  </a:defRPr>
                </a:pPr>
              </a:p>
            </p:txBody>
          </p:sp>
          <p:sp>
            <p:nvSpPr>
              <p:cNvPr id="4" name="Freeform 8"/>
              <p:cNvSpPr/>
              <p:nvPr/>
            </p:nvSpPr>
            <p:spPr>
              <a:xfrm>
                <a:off x="2480627" y="1771651"/>
                <a:ext cx="6030130" cy="15382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98" y="21355"/>
                    </a:moveTo>
                    <a:lnTo>
                      <a:pt x="0" y="21600"/>
                    </a:lnTo>
                    <a:lnTo>
                      <a:pt x="2964" y="21600"/>
                    </a:lnTo>
                    <a:lnTo>
                      <a:pt x="3290" y="21110"/>
                    </a:lnTo>
                    <a:lnTo>
                      <a:pt x="3662" y="20374"/>
                    </a:lnTo>
                    <a:lnTo>
                      <a:pt x="4200" y="19527"/>
                    </a:lnTo>
                    <a:lnTo>
                      <a:pt x="4814" y="18680"/>
                    </a:lnTo>
                    <a:lnTo>
                      <a:pt x="5512" y="17699"/>
                    </a:lnTo>
                    <a:lnTo>
                      <a:pt x="6338" y="16607"/>
                    </a:lnTo>
                    <a:lnTo>
                      <a:pt x="7286" y="15515"/>
                    </a:lnTo>
                    <a:lnTo>
                      <a:pt x="8355" y="14311"/>
                    </a:lnTo>
                    <a:lnTo>
                      <a:pt x="9545" y="12973"/>
                    </a:lnTo>
                    <a:lnTo>
                      <a:pt x="10864" y="11636"/>
                    </a:lnTo>
                    <a:lnTo>
                      <a:pt x="12305" y="10298"/>
                    </a:lnTo>
                    <a:lnTo>
                      <a:pt x="13867" y="8983"/>
                    </a:lnTo>
                    <a:lnTo>
                      <a:pt x="15595" y="7646"/>
                    </a:lnTo>
                    <a:lnTo>
                      <a:pt x="17445" y="6308"/>
                    </a:lnTo>
                    <a:lnTo>
                      <a:pt x="19462" y="4971"/>
                    </a:lnTo>
                    <a:lnTo>
                      <a:pt x="21600" y="3633"/>
                    </a:lnTo>
                    <a:lnTo>
                      <a:pt x="21600" y="0"/>
                    </a:lnTo>
                    <a:lnTo>
                      <a:pt x="21357" y="357"/>
                    </a:lnTo>
                    <a:lnTo>
                      <a:pt x="21024" y="736"/>
                    </a:lnTo>
                    <a:lnTo>
                      <a:pt x="20614" y="1204"/>
                    </a:lnTo>
                    <a:lnTo>
                      <a:pt x="20076" y="1694"/>
                    </a:lnTo>
                    <a:lnTo>
                      <a:pt x="19500" y="2185"/>
                    </a:lnTo>
                    <a:lnTo>
                      <a:pt x="18886" y="2675"/>
                    </a:lnTo>
                    <a:lnTo>
                      <a:pt x="18188" y="3277"/>
                    </a:lnTo>
                    <a:lnTo>
                      <a:pt x="17445" y="3767"/>
                    </a:lnTo>
                    <a:lnTo>
                      <a:pt x="14322" y="6175"/>
                    </a:lnTo>
                    <a:lnTo>
                      <a:pt x="12798" y="7267"/>
                    </a:lnTo>
                    <a:lnTo>
                      <a:pt x="12055" y="7891"/>
                    </a:lnTo>
                    <a:lnTo>
                      <a:pt x="11395" y="8493"/>
                    </a:lnTo>
                    <a:lnTo>
                      <a:pt x="8393" y="11279"/>
                    </a:lnTo>
                    <a:lnTo>
                      <a:pt x="6914" y="12862"/>
                    </a:lnTo>
                    <a:lnTo>
                      <a:pt x="5512" y="14422"/>
                    </a:lnTo>
                    <a:lnTo>
                      <a:pt x="4155" y="16005"/>
                    </a:lnTo>
                    <a:lnTo>
                      <a:pt x="2881" y="17699"/>
                    </a:lnTo>
                    <a:lnTo>
                      <a:pt x="1729" y="19527"/>
                    </a:lnTo>
                    <a:lnTo>
                      <a:pt x="698" y="21355"/>
                    </a:lnTo>
                    <a:close/>
                  </a:path>
                </a:pathLst>
              </a:custGeom>
              <a:gradFill flip="none" rotWithShape="1">
                <a:gsLst>
                  <a:gs pos="0">
                    <a:srgbClr val="111827"/>
                  </a:gs>
                  <a:gs pos="100000">
                    <a:srgbClr val="0B0F14"/>
                  </a:gs>
                </a:gsLst>
                <a:lin ang="5400000" scaled="0"/>
              </a:gradFill>
              <a:ln w="12700" cap="flat">
                <a:noFill/>
                <a:miter lim="400000"/>
              </a:ln>
              <a:effectLst/>
            </p:spPr>
            <p:txBody>
              <a:bodyPr wrap="square" lIns="45718" tIns="45718" rIns="45718" bIns="45718" numCol="1" anchor="t">
                <a:noAutofit/>
              </a:bodyPr>
              <a:lstStyle/>
              <a:p>
                <a:pPr>
                  <a:defRPr>
                    <a:solidFill>
                      <a:srgbClr val="F8FAFC"/>
                    </a:solidFill>
                    <a:latin typeface="Garamond"/>
                    <a:ea typeface="Garamond"/>
                    <a:cs typeface="Garamond"/>
                    <a:sym typeface="Garamond"/>
                  </a:defRPr>
                </a:pPr>
              </a:p>
            </p:txBody>
          </p:sp>
          <p:sp>
            <p:nvSpPr>
              <p:cNvPr id="5" name="Freeform 9"/>
              <p:cNvSpPr/>
              <p:nvPr/>
            </p:nvSpPr>
            <p:spPr>
              <a:xfrm>
                <a:off x="2158907" y="-2"/>
                <a:ext cx="6364550" cy="330994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250" y="4569"/>
                    </a:moveTo>
                    <a:lnTo>
                      <a:pt x="10294" y="4911"/>
                    </a:lnTo>
                    <a:lnTo>
                      <a:pt x="10373" y="5190"/>
                    </a:lnTo>
                    <a:lnTo>
                      <a:pt x="10488" y="5470"/>
                    </a:lnTo>
                    <a:lnTo>
                      <a:pt x="10646" y="5698"/>
                    </a:lnTo>
                    <a:lnTo>
                      <a:pt x="11069" y="6143"/>
                    </a:lnTo>
                    <a:lnTo>
                      <a:pt x="11658" y="6599"/>
                    </a:lnTo>
                    <a:lnTo>
                      <a:pt x="12319" y="6941"/>
                    </a:lnTo>
                    <a:lnTo>
                      <a:pt x="13059" y="7273"/>
                    </a:lnTo>
                    <a:lnTo>
                      <a:pt x="13842" y="7614"/>
                    </a:lnTo>
                    <a:lnTo>
                      <a:pt x="15480" y="8174"/>
                    </a:lnTo>
                    <a:lnTo>
                      <a:pt x="16299" y="8516"/>
                    </a:lnTo>
                    <a:lnTo>
                      <a:pt x="17039" y="8795"/>
                    </a:lnTo>
                    <a:lnTo>
                      <a:pt x="17700" y="9137"/>
                    </a:lnTo>
                    <a:lnTo>
                      <a:pt x="18324" y="9531"/>
                    </a:lnTo>
                    <a:lnTo>
                      <a:pt x="18791" y="9925"/>
                    </a:lnTo>
                    <a:lnTo>
                      <a:pt x="18949" y="10153"/>
                    </a:lnTo>
                    <a:lnTo>
                      <a:pt x="19100" y="10432"/>
                    </a:lnTo>
                    <a:lnTo>
                      <a:pt x="19222" y="10660"/>
                    </a:lnTo>
                    <a:lnTo>
                      <a:pt x="19258" y="10940"/>
                    </a:lnTo>
                    <a:lnTo>
                      <a:pt x="19258" y="11220"/>
                    </a:lnTo>
                    <a:lnTo>
                      <a:pt x="19222" y="11447"/>
                    </a:lnTo>
                    <a:lnTo>
                      <a:pt x="19143" y="11675"/>
                    </a:lnTo>
                    <a:lnTo>
                      <a:pt x="18985" y="11903"/>
                    </a:lnTo>
                    <a:lnTo>
                      <a:pt x="18791" y="12121"/>
                    </a:lnTo>
                    <a:lnTo>
                      <a:pt x="18554" y="12297"/>
                    </a:lnTo>
                    <a:lnTo>
                      <a:pt x="18281" y="12515"/>
                    </a:lnTo>
                    <a:lnTo>
                      <a:pt x="17972" y="12691"/>
                    </a:lnTo>
                    <a:lnTo>
                      <a:pt x="17585" y="12856"/>
                    </a:lnTo>
                    <a:lnTo>
                      <a:pt x="17154" y="13022"/>
                    </a:lnTo>
                    <a:lnTo>
                      <a:pt x="16723" y="13198"/>
                    </a:lnTo>
                    <a:lnTo>
                      <a:pt x="16220" y="13364"/>
                    </a:lnTo>
                    <a:lnTo>
                      <a:pt x="15128" y="13758"/>
                    </a:lnTo>
                    <a:lnTo>
                      <a:pt x="13878" y="14214"/>
                    </a:lnTo>
                    <a:lnTo>
                      <a:pt x="12513" y="14721"/>
                    </a:lnTo>
                    <a:lnTo>
                      <a:pt x="10998" y="15281"/>
                    </a:lnTo>
                    <a:lnTo>
                      <a:pt x="9396" y="15954"/>
                    </a:lnTo>
                    <a:lnTo>
                      <a:pt x="7679" y="16752"/>
                    </a:lnTo>
                    <a:lnTo>
                      <a:pt x="5890" y="17705"/>
                    </a:lnTo>
                    <a:lnTo>
                      <a:pt x="3980" y="18834"/>
                    </a:lnTo>
                    <a:lnTo>
                      <a:pt x="2026" y="20129"/>
                    </a:lnTo>
                    <a:lnTo>
                      <a:pt x="0" y="21600"/>
                    </a:lnTo>
                    <a:lnTo>
                      <a:pt x="1092" y="21600"/>
                    </a:lnTo>
                    <a:lnTo>
                      <a:pt x="1753" y="21486"/>
                    </a:lnTo>
                    <a:lnTo>
                      <a:pt x="2773" y="20637"/>
                    </a:lnTo>
                    <a:lnTo>
                      <a:pt x="3857" y="19787"/>
                    </a:lnTo>
                    <a:lnTo>
                      <a:pt x="5028" y="19000"/>
                    </a:lnTo>
                    <a:lnTo>
                      <a:pt x="6314" y="18264"/>
                    </a:lnTo>
                    <a:lnTo>
                      <a:pt x="7643" y="17539"/>
                    </a:lnTo>
                    <a:lnTo>
                      <a:pt x="9044" y="16803"/>
                    </a:lnTo>
                    <a:lnTo>
                      <a:pt x="11931" y="15508"/>
                    </a:lnTo>
                    <a:lnTo>
                      <a:pt x="12556" y="15229"/>
                    </a:lnTo>
                    <a:lnTo>
                      <a:pt x="13253" y="14939"/>
                    </a:lnTo>
                    <a:lnTo>
                      <a:pt x="14697" y="14431"/>
                    </a:lnTo>
                    <a:lnTo>
                      <a:pt x="17656" y="13312"/>
                    </a:lnTo>
                    <a:lnTo>
                      <a:pt x="18324" y="13084"/>
                    </a:lnTo>
                    <a:lnTo>
                      <a:pt x="18985" y="12805"/>
                    </a:lnTo>
                    <a:lnTo>
                      <a:pt x="19610" y="12577"/>
                    </a:lnTo>
                    <a:lnTo>
                      <a:pt x="20156" y="12349"/>
                    </a:lnTo>
                    <a:lnTo>
                      <a:pt x="20659" y="12121"/>
                    </a:lnTo>
                    <a:lnTo>
                      <a:pt x="21054" y="11903"/>
                    </a:lnTo>
                    <a:lnTo>
                      <a:pt x="21363" y="11727"/>
                    </a:lnTo>
                    <a:lnTo>
                      <a:pt x="21600" y="11561"/>
                    </a:lnTo>
                    <a:lnTo>
                      <a:pt x="21600" y="9023"/>
                    </a:lnTo>
                    <a:lnTo>
                      <a:pt x="21126" y="8909"/>
                    </a:lnTo>
                    <a:lnTo>
                      <a:pt x="20544" y="8744"/>
                    </a:lnTo>
                    <a:lnTo>
                      <a:pt x="19919" y="8567"/>
                    </a:lnTo>
                    <a:lnTo>
                      <a:pt x="19179" y="8350"/>
                    </a:lnTo>
                    <a:lnTo>
                      <a:pt x="18439" y="8122"/>
                    </a:lnTo>
                    <a:lnTo>
                      <a:pt x="17656" y="7842"/>
                    </a:lnTo>
                    <a:lnTo>
                      <a:pt x="16098" y="7273"/>
                    </a:lnTo>
                    <a:lnTo>
                      <a:pt x="15358" y="6941"/>
                    </a:lnTo>
                    <a:lnTo>
                      <a:pt x="14697" y="6599"/>
                    </a:lnTo>
                    <a:lnTo>
                      <a:pt x="14072" y="6257"/>
                    </a:lnTo>
                    <a:lnTo>
                      <a:pt x="13526" y="5864"/>
                    </a:lnTo>
                    <a:lnTo>
                      <a:pt x="13102" y="5532"/>
                    </a:lnTo>
                    <a:lnTo>
                      <a:pt x="12786" y="5128"/>
                    </a:lnTo>
                    <a:lnTo>
                      <a:pt x="12707" y="4911"/>
                    </a:lnTo>
                    <a:lnTo>
                      <a:pt x="12628" y="4734"/>
                    </a:lnTo>
                    <a:lnTo>
                      <a:pt x="12592" y="4517"/>
                    </a:lnTo>
                    <a:lnTo>
                      <a:pt x="12628" y="4341"/>
                    </a:lnTo>
                    <a:lnTo>
                      <a:pt x="12786" y="3947"/>
                    </a:lnTo>
                    <a:lnTo>
                      <a:pt x="13023" y="3553"/>
                    </a:lnTo>
                    <a:lnTo>
                      <a:pt x="13375" y="3274"/>
                    </a:lnTo>
                    <a:lnTo>
                      <a:pt x="13799" y="2994"/>
                    </a:lnTo>
                    <a:lnTo>
                      <a:pt x="14266" y="2766"/>
                    </a:lnTo>
                    <a:lnTo>
                      <a:pt x="14812" y="2538"/>
                    </a:lnTo>
                    <a:lnTo>
                      <a:pt x="16062" y="2207"/>
                    </a:lnTo>
                    <a:lnTo>
                      <a:pt x="17462" y="1865"/>
                    </a:lnTo>
                    <a:lnTo>
                      <a:pt x="18870" y="1637"/>
                    </a:lnTo>
                    <a:lnTo>
                      <a:pt x="20307" y="1295"/>
                    </a:lnTo>
                    <a:lnTo>
                      <a:pt x="20975" y="1129"/>
                    </a:lnTo>
                    <a:lnTo>
                      <a:pt x="21600" y="901"/>
                    </a:lnTo>
                    <a:lnTo>
                      <a:pt x="21600" y="0"/>
                    </a:lnTo>
                    <a:lnTo>
                      <a:pt x="20896" y="228"/>
                    </a:lnTo>
                    <a:lnTo>
                      <a:pt x="20077" y="456"/>
                    </a:lnTo>
                    <a:lnTo>
                      <a:pt x="19222" y="684"/>
                    </a:lnTo>
                    <a:lnTo>
                      <a:pt x="18324" y="849"/>
                    </a:lnTo>
                    <a:lnTo>
                      <a:pt x="16414" y="1243"/>
                    </a:lnTo>
                    <a:lnTo>
                      <a:pt x="15480" y="1409"/>
                    </a:lnTo>
                    <a:lnTo>
                      <a:pt x="14582" y="1637"/>
                    </a:lnTo>
                    <a:lnTo>
                      <a:pt x="13684" y="1803"/>
                    </a:lnTo>
                    <a:lnTo>
                      <a:pt x="12865" y="2093"/>
                    </a:lnTo>
                    <a:lnTo>
                      <a:pt x="12125" y="2372"/>
                    </a:lnTo>
                    <a:lnTo>
                      <a:pt x="11500" y="2704"/>
                    </a:lnTo>
                    <a:lnTo>
                      <a:pt x="10954" y="3108"/>
                    </a:lnTo>
                    <a:lnTo>
                      <a:pt x="10567" y="3502"/>
                    </a:lnTo>
                    <a:lnTo>
                      <a:pt x="10452" y="3719"/>
                    </a:lnTo>
                    <a:lnTo>
                      <a:pt x="10329" y="4009"/>
                    </a:lnTo>
                    <a:lnTo>
                      <a:pt x="10250" y="4289"/>
                    </a:lnTo>
                    <a:lnTo>
                      <a:pt x="10250" y="4569"/>
                    </a:lnTo>
                    <a:close/>
                  </a:path>
                </a:pathLst>
              </a:custGeom>
              <a:solidFill>
                <a:srgbClr val="0B0F14"/>
              </a:solidFill>
              <a:ln w="12700" cap="flat">
                <a:noFill/>
                <a:miter lim="400000"/>
              </a:ln>
              <a:effectLst/>
            </p:spPr>
            <p:txBody>
              <a:bodyPr wrap="square" lIns="45718" tIns="45718" rIns="45718" bIns="45718" numCol="1" anchor="t">
                <a:noAutofit/>
              </a:bodyPr>
              <a:lstStyle/>
              <a:p>
                <a:pPr>
                  <a:defRPr>
                    <a:solidFill>
                      <a:srgbClr val="F8FAFC"/>
                    </a:solidFill>
                    <a:latin typeface="Garamond"/>
                    <a:ea typeface="Garamond"/>
                    <a:cs typeface="Garamond"/>
                    <a:sym typeface="Garamond"/>
                  </a:defRPr>
                </a:pPr>
              </a:p>
            </p:txBody>
          </p:sp>
          <p:sp>
            <p:nvSpPr>
              <p:cNvPr id="6" name="Freeform 10"/>
              <p:cNvSpPr/>
              <p:nvPr/>
            </p:nvSpPr>
            <p:spPr>
              <a:xfrm>
                <a:off x="5869267" y="138112"/>
                <a:ext cx="2641491" cy="85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3305"/>
                    </a:moveTo>
                    <a:lnTo>
                      <a:pt x="0" y="14427"/>
                    </a:lnTo>
                    <a:lnTo>
                      <a:pt x="87" y="15509"/>
                    </a:lnTo>
                    <a:lnTo>
                      <a:pt x="467" y="16591"/>
                    </a:lnTo>
                    <a:lnTo>
                      <a:pt x="935" y="17472"/>
                    </a:lnTo>
                    <a:lnTo>
                      <a:pt x="1592" y="18554"/>
                    </a:lnTo>
                    <a:lnTo>
                      <a:pt x="2440" y="19636"/>
                    </a:lnTo>
                    <a:lnTo>
                      <a:pt x="3375" y="20518"/>
                    </a:lnTo>
                    <a:lnTo>
                      <a:pt x="4413" y="21600"/>
                    </a:lnTo>
                    <a:lnTo>
                      <a:pt x="3669" y="20718"/>
                    </a:lnTo>
                    <a:lnTo>
                      <a:pt x="3098" y="19636"/>
                    </a:lnTo>
                    <a:lnTo>
                      <a:pt x="2717" y="18755"/>
                    </a:lnTo>
                    <a:lnTo>
                      <a:pt x="2440" y="17913"/>
                    </a:lnTo>
                    <a:lnTo>
                      <a:pt x="2354" y="17032"/>
                    </a:lnTo>
                    <a:lnTo>
                      <a:pt x="2354" y="16150"/>
                    </a:lnTo>
                    <a:lnTo>
                      <a:pt x="2440" y="15268"/>
                    </a:lnTo>
                    <a:lnTo>
                      <a:pt x="3098" y="13745"/>
                    </a:lnTo>
                    <a:lnTo>
                      <a:pt x="3479" y="13104"/>
                    </a:lnTo>
                    <a:lnTo>
                      <a:pt x="4604" y="11782"/>
                    </a:lnTo>
                    <a:lnTo>
                      <a:pt x="6110" y="10499"/>
                    </a:lnTo>
                    <a:lnTo>
                      <a:pt x="7702" y="9377"/>
                    </a:lnTo>
                    <a:lnTo>
                      <a:pt x="9588" y="8536"/>
                    </a:lnTo>
                    <a:lnTo>
                      <a:pt x="11458" y="7654"/>
                    </a:lnTo>
                    <a:lnTo>
                      <a:pt x="15404" y="6131"/>
                    </a:lnTo>
                    <a:lnTo>
                      <a:pt x="17187" y="5450"/>
                    </a:lnTo>
                    <a:lnTo>
                      <a:pt x="18883" y="4809"/>
                    </a:lnTo>
                    <a:lnTo>
                      <a:pt x="20388" y="4609"/>
                    </a:lnTo>
                    <a:lnTo>
                      <a:pt x="21600" y="4168"/>
                    </a:lnTo>
                    <a:lnTo>
                      <a:pt x="21600" y="0"/>
                    </a:lnTo>
                    <a:lnTo>
                      <a:pt x="20094" y="882"/>
                    </a:lnTo>
                    <a:lnTo>
                      <a:pt x="18502" y="1523"/>
                    </a:lnTo>
                    <a:lnTo>
                      <a:pt x="15127" y="2845"/>
                    </a:lnTo>
                    <a:lnTo>
                      <a:pt x="11648" y="3727"/>
                    </a:lnTo>
                    <a:lnTo>
                      <a:pt x="8360" y="5049"/>
                    </a:lnTo>
                    <a:lnTo>
                      <a:pt x="6767" y="5691"/>
                    </a:lnTo>
                    <a:lnTo>
                      <a:pt x="5348" y="6332"/>
                    </a:lnTo>
                    <a:lnTo>
                      <a:pt x="3946" y="7213"/>
                    </a:lnTo>
                    <a:lnTo>
                      <a:pt x="2821" y="8095"/>
                    </a:lnTo>
                    <a:lnTo>
                      <a:pt x="1783" y="9177"/>
                    </a:lnTo>
                    <a:lnTo>
                      <a:pt x="935" y="10259"/>
                    </a:lnTo>
                    <a:lnTo>
                      <a:pt x="381" y="11782"/>
                    </a:lnTo>
                    <a:lnTo>
                      <a:pt x="0" y="13305"/>
                    </a:lnTo>
                    <a:close/>
                  </a:path>
                </a:pathLst>
              </a:custGeom>
              <a:gradFill flip="none" rotWithShape="1">
                <a:gsLst>
                  <a:gs pos="0">
                    <a:srgbClr val="111C2A"/>
                  </a:gs>
                  <a:gs pos="100000">
                    <a:srgbClr val="0B0F14"/>
                  </a:gs>
                </a:gsLst>
                <a:lin ang="2700000" scaled="0"/>
              </a:gradFill>
              <a:ln w="12700" cap="flat">
                <a:noFill/>
                <a:miter lim="400000"/>
              </a:ln>
              <a:effectLst/>
            </p:spPr>
            <p:txBody>
              <a:bodyPr wrap="square" lIns="45718" tIns="45718" rIns="45718" bIns="45718" numCol="1" anchor="t">
                <a:noAutofit/>
              </a:bodyPr>
              <a:lstStyle/>
              <a:p>
                <a:pPr>
                  <a:defRPr>
                    <a:solidFill>
                      <a:srgbClr val="F8FAFC"/>
                    </a:solidFill>
                    <a:latin typeface="Garamond"/>
                    <a:ea typeface="Garamond"/>
                    <a:cs typeface="Garamond"/>
                    <a:sym typeface="Garamond"/>
                  </a:defRPr>
                </a:pPr>
              </a:p>
            </p:txBody>
          </p:sp>
        </p:grpSp>
        <p:sp>
          <p:nvSpPr>
            <p:cNvPr id="8" name="Freeform 11"/>
            <p:cNvSpPr/>
            <p:nvPr/>
          </p:nvSpPr>
          <p:spPr>
            <a:xfrm>
              <a:off x="3373820" y="-3"/>
              <a:ext cx="3862755" cy="24399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253" y="15998"/>
                  </a:moveTo>
                  <a:lnTo>
                    <a:pt x="9238" y="15601"/>
                  </a:lnTo>
                  <a:lnTo>
                    <a:pt x="11082" y="15204"/>
                  </a:lnTo>
                  <a:lnTo>
                    <a:pt x="12766" y="14880"/>
                  </a:lnTo>
                  <a:lnTo>
                    <a:pt x="14300" y="14483"/>
                  </a:lnTo>
                  <a:lnTo>
                    <a:pt x="15673" y="14072"/>
                  </a:lnTo>
                  <a:lnTo>
                    <a:pt x="16896" y="13675"/>
                  </a:lnTo>
                  <a:lnTo>
                    <a:pt x="18025" y="13189"/>
                  </a:lnTo>
                  <a:lnTo>
                    <a:pt x="18938" y="12792"/>
                  </a:lnTo>
                  <a:lnTo>
                    <a:pt x="19756" y="12234"/>
                  </a:lnTo>
                  <a:lnTo>
                    <a:pt x="20424" y="11763"/>
                  </a:lnTo>
                  <a:lnTo>
                    <a:pt x="20885" y="11116"/>
                  </a:lnTo>
                  <a:lnTo>
                    <a:pt x="21290" y="10469"/>
                  </a:lnTo>
                  <a:lnTo>
                    <a:pt x="21497" y="9837"/>
                  </a:lnTo>
                  <a:lnTo>
                    <a:pt x="21600" y="9028"/>
                  </a:lnTo>
                  <a:lnTo>
                    <a:pt x="21544" y="8234"/>
                  </a:lnTo>
                  <a:lnTo>
                    <a:pt x="21346" y="7352"/>
                  </a:lnTo>
                  <a:lnTo>
                    <a:pt x="21083" y="6720"/>
                  </a:lnTo>
                  <a:lnTo>
                    <a:pt x="20678" y="5999"/>
                  </a:lnTo>
                  <a:lnTo>
                    <a:pt x="20170" y="5352"/>
                  </a:lnTo>
                  <a:lnTo>
                    <a:pt x="19559" y="4720"/>
                  </a:lnTo>
                  <a:lnTo>
                    <a:pt x="18891" y="4073"/>
                  </a:lnTo>
                  <a:lnTo>
                    <a:pt x="18129" y="3441"/>
                  </a:lnTo>
                  <a:lnTo>
                    <a:pt x="16642" y="2309"/>
                  </a:lnTo>
                  <a:lnTo>
                    <a:pt x="15880" y="1838"/>
                  </a:lnTo>
                  <a:lnTo>
                    <a:pt x="15165" y="1353"/>
                  </a:lnTo>
                  <a:lnTo>
                    <a:pt x="14450" y="956"/>
                  </a:lnTo>
                  <a:lnTo>
                    <a:pt x="13886" y="632"/>
                  </a:lnTo>
                  <a:lnTo>
                    <a:pt x="13378" y="397"/>
                  </a:lnTo>
                  <a:lnTo>
                    <a:pt x="13020" y="147"/>
                  </a:lnTo>
                  <a:lnTo>
                    <a:pt x="12766" y="74"/>
                  </a:lnTo>
                  <a:lnTo>
                    <a:pt x="12663" y="0"/>
                  </a:lnTo>
                  <a:lnTo>
                    <a:pt x="14093" y="794"/>
                  </a:lnTo>
                  <a:lnTo>
                    <a:pt x="15570" y="1750"/>
                  </a:lnTo>
                  <a:lnTo>
                    <a:pt x="17000" y="2720"/>
                  </a:lnTo>
                  <a:lnTo>
                    <a:pt x="18326" y="3749"/>
                  </a:lnTo>
                  <a:lnTo>
                    <a:pt x="18938" y="4235"/>
                  </a:lnTo>
                  <a:lnTo>
                    <a:pt x="19455" y="4793"/>
                  </a:lnTo>
                  <a:lnTo>
                    <a:pt x="19963" y="5352"/>
                  </a:lnTo>
                  <a:lnTo>
                    <a:pt x="20424" y="5911"/>
                  </a:lnTo>
                  <a:lnTo>
                    <a:pt x="20782" y="6470"/>
                  </a:lnTo>
                  <a:lnTo>
                    <a:pt x="21036" y="7028"/>
                  </a:lnTo>
                  <a:lnTo>
                    <a:pt x="21186" y="7675"/>
                  </a:lnTo>
                  <a:lnTo>
                    <a:pt x="21290" y="8234"/>
                  </a:lnTo>
                  <a:lnTo>
                    <a:pt x="21243" y="8793"/>
                  </a:lnTo>
                  <a:lnTo>
                    <a:pt x="21083" y="9352"/>
                  </a:lnTo>
                  <a:lnTo>
                    <a:pt x="20829" y="9837"/>
                  </a:lnTo>
                  <a:lnTo>
                    <a:pt x="20424" y="10322"/>
                  </a:lnTo>
                  <a:lnTo>
                    <a:pt x="19963" y="10719"/>
                  </a:lnTo>
                  <a:lnTo>
                    <a:pt x="19399" y="11116"/>
                  </a:lnTo>
                  <a:lnTo>
                    <a:pt x="18787" y="11440"/>
                  </a:lnTo>
                  <a:lnTo>
                    <a:pt x="18072" y="11763"/>
                  </a:lnTo>
                  <a:lnTo>
                    <a:pt x="17254" y="12072"/>
                  </a:lnTo>
                  <a:lnTo>
                    <a:pt x="16445" y="12395"/>
                  </a:lnTo>
                  <a:lnTo>
                    <a:pt x="14601" y="12881"/>
                  </a:lnTo>
                  <a:lnTo>
                    <a:pt x="12710" y="13351"/>
                  </a:lnTo>
                  <a:lnTo>
                    <a:pt x="10668" y="13836"/>
                  </a:lnTo>
                  <a:lnTo>
                    <a:pt x="8683" y="14233"/>
                  </a:lnTo>
                  <a:lnTo>
                    <a:pt x="6736" y="14630"/>
                  </a:lnTo>
                  <a:lnTo>
                    <a:pt x="4901" y="15116"/>
                  </a:lnTo>
                  <a:lnTo>
                    <a:pt x="4083" y="15351"/>
                  </a:lnTo>
                  <a:lnTo>
                    <a:pt x="3321" y="15674"/>
                  </a:lnTo>
                  <a:lnTo>
                    <a:pt x="2606" y="15910"/>
                  </a:lnTo>
                  <a:lnTo>
                    <a:pt x="1938" y="16233"/>
                  </a:lnTo>
                  <a:lnTo>
                    <a:pt x="1383" y="16557"/>
                  </a:lnTo>
                  <a:lnTo>
                    <a:pt x="866" y="16880"/>
                  </a:lnTo>
                  <a:lnTo>
                    <a:pt x="508" y="17277"/>
                  </a:lnTo>
                  <a:lnTo>
                    <a:pt x="207" y="17674"/>
                  </a:lnTo>
                  <a:lnTo>
                    <a:pt x="56" y="18071"/>
                  </a:lnTo>
                  <a:lnTo>
                    <a:pt x="0" y="18556"/>
                  </a:lnTo>
                  <a:lnTo>
                    <a:pt x="103" y="19042"/>
                  </a:lnTo>
                  <a:lnTo>
                    <a:pt x="254" y="19512"/>
                  </a:lnTo>
                  <a:lnTo>
                    <a:pt x="508" y="19924"/>
                  </a:lnTo>
                  <a:lnTo>
                    <a:pt x="922" y="20321"/>
                  </a:lnTo>
                  <a:lnTo>
                    <a:pt x="1326" y="20644"/>
                  </a:lnTo>
                  <a:lnTo>
                    <a:pt x="1844" y="20953"/>
                  </a:lnTo>
                  <a:lnTo>
                    <a:pt x="2455" y="21277"/>
                  </a:lnTo>
                  <a:lnTo>
                    <a:pt x="3067" y="21600"/>
                  </a:lnTo>
                  <a:lnTo>
                    <a:pt x="2502" y="21203"/>
                  </a:lnTo>
                  <a:lnTo>
                    <a:pt x="2041" y="20791"/>
                  </a:lnTo>
                  <a:lnTo>
                    <a:pt x="1637" y="20394"/>
                  </a:lnTo>
                  <a:lnTo>
                    <a:pt x="1383" y="19997"/>
                  </a:lnTo>
                  <a:lnTo>
                    <a:pt x="1176" y="19600"/>
                  </a:lnTo>
                  <a:lnTo>
                    <a:pt x="1129" y="19203"/>
                  </a:lnTo>
                  <a:lnTo>
                    <a:pt x="1176" y="18792"/>
                  </a:lnTo>
                  <a:lnTo>
                    <a:pt x="1326" y="18483"/>
                  </a:lnTo>
                  <a:lnTo>
                    <a:pt x="1637" y="18071"/>
                  </a:lnTo>
                  <a:lnTo>
                    <a:pt x="1994" y="17762"/>
                  </a:lnTo>
                  <a:lnTo>
                    <a:pt x="2559" y="17439"/>
                  </a:lnTo>
                  <a:lnTo>
                    <a:pt x="3217" y="17115"/>
                  </a:lnTo>
                  <a:lnTo>
                    <a:pt x="3979" y="16792"/>
                  </a:lnTo>
                  <a:lnTo>
                    <a:pt x="4958" y="16483"/>
                  </a:lnTo>
                  <a:lnTo>
                    <a:pt x="6030" y="16233"/>
                  </a:lnTo>
                  <a:lnTo>
                    <a:pt x="7253" y="15998"/>
                  </a:lnTo>
                  <a:close/>
                </a:path>
              </a:pathLst>
            </a:custGeom>
            <a:gradFill flip="none" rotWithShape="1">
              <a:gsLst>
                <a:gs pos="0">
                  <a:srgbClr val="0F172A"/>
                </a:gs>
                <a:gs pos="100000">
                  <a:srgbClr val="0B0F14"/>
                </a:gs>
              </a:gsLst>
              <a:lin ang="2700000" scaled="0"/>
            </a:gradFill>
            <a:ln w="12700" cap="flat">
              <a:noFill/>
              <a:miter lim="400000"/>
            </a:ln>
            <a:effectLst/>
          </p:spPr>
          <p:txBody>
            <a:bodyPr wrap="square" lIns="45718" tIns="45718" rIns="45718" bIns="45718" numCol="1" anchor="t">
              <a:noAutofit/>
            </a:bodyPr>
            <a:lstStyle/>
            <a:p>
              <a:pPr>
                <a:defRPr>
                  <a:solidFill>
                    <a:srgbClr val="F8FAFC"/>
                  </a:solidFill>
                  <a:latin typeface="Garamond"/>
                  <a:ea typeface="Garamond"/>
                  <a:cs typeface="Garamond"/>
                  <a:sym typeface="Garamond"/>
                </a:defRPr>
              </a:pPr>
            </a:p>
          </p:txBody>
        </p:sp>
      </p:grpSp>
      <p:pic>
        <p:nvPicPr>
          <p:cNvPr id="10" name="MVCCC Logo" descr="MVCCC Logo"/>
          <p:cNvPicPr>
            <a:picLocks noChangeAspect="1"/>
          </p:cNvPicPr>
          <p:nvPr/>
        </p:nvPicPr>
        <p:blipFill>
          <a:blip r:embed="rId2">
            <a:extLst/>
          </a:blip>
          <a:stretch>
            <a:fillRect/>
          </a:stretch>
        </p:blipFill>
        <p:spPr>
          <a:xfrm>
            <a:off x="9814255" y="5810865"/>
            <a:ext cx="2011681" cy="681376"/>
          </a:xfrm>
          <a:prstGeom prst="rect">
            <a:avLst/>
          </a:prstGeom>
          <a:ln w="12700">
            <a:miter lim="400000"/>
          </a:ln>
        </p:spPr>
      </p:pic>
      <p:sp>
        <p:nvSpPr>
          <p:cNvPr id="11" name="約翰福音 3:16"/>
          <p:cNvSpPr txBox="1"/>
          <p:nvPr>
            <p:ph type="title" hasCustomPrompt="1"/>
          </p:nvPr>
        </p:nvSpPr>
        <p:spPr>
          <a:xfrm>
            <a:off x="609600" y="274638"/>
            <a:ext cx="10972800" cy="1143001"/>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normAutofit fontScale="100000" lnSpcReduction="0"/>
          </a:bodyPr>
          <a:lstStyle/>
          <a:p>
            <a:pPr/>
            <a:r>
              <a:t>約翰福音 3:16</a:t>
            </a:r>
          </a:p>
        </p:txBody>
      </p:sp>
      <p:sp>
        <p:nvSpPr>
          <p:cNvPr id="12" name="Body Level One…"/>
          <p:cNvSpPr txBox="1"/>
          <p:nvPr>
            <p:ph type="body" idx="1" hasCustomPrompt="1"/>
          </p:nvPr>
        </p:nvSpPr>
        <p:spPr>
          <a:xfrm>
            <a:off x="406400" y="1828800"/>
            <a:ext cx="11379200" cy="47244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ormAutofit fontScale="100000" lnSpcReduction="0"/>
          </a:bodyPr>
          <a:lstStyle/>
          <a:p>
            <a:pPr/>
            <a:r>
              <a:t>16 神愛世人，甚至將他的獨生子賜給他們，叫一切信他的不至滅亡反得永生。</a:t>
            </a:r>
          </a:p>
          <a:p>
            <a:pPr lvl="1"/>
            <a:r>
              <a:t/>
            </a:r>
          </a:p>
          <a:p>
            <a:pPr lvl="2"/>
            <a:r>
              <a:t/>
            </a:r>
          </a:p>
          <a:p>
            <a:pPr lvl="3"/>
            <a:r>
              <a:t/>
            </a:r>
          </a:p>
          <a:p>
            <a:pPr lvl="4"/>
            <a:r>
              <a:t/>
            </a:r>
          </a:p>
        </p:txBody>
      </p:sp>
      <p:sp>
        <p:nvSpPr>
          <p:cNvPr id="13" name="Slide Number"/>
          <p:cNvSpPr txBox="1"/>
          <p:nvPr>
            <p:ph type="sldNum" sz="quarter" idx="2"/>
          </p:nvPr>
        </p:nvSpPr>
        <p:spPr>
          <a:xfrm>
            <a:off x="8490590" y="6228082"/>
            <a:ext cx="247012" cy="256537"/>
          </a:xfrm>
          <a:prstGeom prst="rect">
            <a:avLst/>
          </a:prstGeom>
          <a:ln w="12700">
            <a:miter lim="400000"/>
          </a:ln>
        </p:spPr>
        <p:txBody>
          <a:bodyPr wrap="none" lIns="45718" tIns="45718" rIns="45718" bIns="45718" anchor="ctr">
            <a:spAutoFit/>
          </a:bodyPr>
          <a:lstStyle>
            <a:lvl1pPr algn="r">
              <a:defRPr sz="1200">
                <a:solidFill>
                  <a:srgbClr val="F8FAFC"/>
                </a:solidFill>
                <a:latin typeface="Garamond"/>
                <a:ea typeface="Garamond"/>
                <a:cs typeface="Garamond"/>
                <a:sym typeface="Garamond"/>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5400" u="none">
          <a:solidFill>
            <a:schemeClr val="accent6"/>
          </a:solidFill>
          <a:effectLst>
            <a:outerShdw sx="100000" sy="100000" kx="0" ky="0" algn="b" rotWithShape="0" blurRad="38100" dist="38100" dir="2700000">
              <a:srgbClr val="0B0F14"/>
            </a:outerShdw>
          </a:effectLst>
          <a:uFillTx/>
          <a:latin typeface="PingFang TC Semibold"/>
          <a:ea typeface="PingFang TC Semibold"/>
          <a:cs typeface="PingFang TC Semibold"/>
          <a:sym typeface="PingFang TC Semibold"/>
        </a:defRPr>
      </a:lvl1pPr>
      <a:lvl2pPr marL="0" marR="0" indent="0" algn="ctr" defTabSz="914400" rtl="0" latinLnBrk="0">
        <a:lnSpc>
          <a:spcPct val="100000"/>
        </a:lnSpc>
        <a:spcBef>
          <a:spcPts val="0"/>
        </a:spcBef>
        <a:spcAft>
          <a:spcPts val="0"/>
        </a:spcAft>
        <a:buClrTx/>
        <a:buSzTx/>
        <a:buFontTx/>
        <a:buNone/>
        <a:tabLst/>
        <a:defRPr b="0" baseline="0" cap="none" i="0" spc="0" strike="noStrike" sz="5400" u="none">
          <a:solidFill>
            <a:schemeClr val="accent6"/>
          </a:solidFill>
          <a:effectLst>
            <a:outerShdw sx="100000" sy="100000" kx="0" ky="0" algn="b" rotWithShape="0" blurRad="38100" dist="38100" dir="2700000">
              <a:srgbClr val="0B0F14"/>
            </a:outerShdw>
          </a:effectLst>
          <a:uFillTx/>
          <a:latin typeface="PingFang TC Semibold"/>
          <a:ea typeface="PingFang TC Semibold"/>
          <a:cs typeface="PingFang TC Semibold"/>
          <a:sym typeface="PingFang TC Semibold"/>
        </a:defRPr>
      </a:lvl2pPr>
      <a:lvl3pPr marL="0" marR="0" indent="0" algn="ctr" defTabSz="914400" rtl="0" latinLnBrk="0">
        <a:lnSpc>
          <a:spcPct val="100000"/>
        </a:lnSpc>
        <a:spcBef>
          <a:spcPts val="0"/>
        </a:spcBef>
        <a:spcAft>
          <a:spcPts val="0"/>
        </a:spcAft>
        <a:buClrTx/>
        <a:buSzTx/>
        <a:buFontTx/>
        <a:buNone/>
        <a:tabLst/>
        <a:defRPr b="0" baseline="0" cap="none" i="0" spc="0" strike="noStrike" sz="5400" u="none">
          <a:solidFill>
            <a:schemeClr val="accent6"/>
          </a:solidFill>
          <a:effectLst>
            <a:outerShdw sx="100000" sy="100000" kx="0" ky="0" algn="b" rotWithShape="0" blurRad="38100" dist="38100" dir="2700000">
              <a:srgbClr val="0B0F14"/>
            </a:outerShdw>
          </a:effectLst>
          <a:uFillTx/>
          <a:latin typeface="PingFang TC Semibold"/>
          <a:ea typeface="PingFang TC Semibold"/>
          <a:cs typeface="PingFang TC Semibold"/>
          <a:sym typeface="PingFang TC Semibold"/>
        </a:defRPr>
      </a:lvl3pPr>
      <a:lvl4pPr marL="0" marR="0" indent="0" algn="ctr" defTabSz="914400" rtl="0" latinLnBrk="0">
        <a:lnSpc>
          <a:spcPct val="100000"/>
        </a:lnSpc>
        <a:spcBef>
          <a:spcPts val="0"/>
        </a:spcBef>
        <a:spcAft>
          <a:spcPts val="0"/>
        </a:spcAft>
        <a:buClrTx/>
        <a:buSzTx/>
        <a:buFontTx/>
        <a:buNone/>
        <a:tabLst/>
        <a:defRPr b="0" baseline="0" cap="none" i="0" spc="0" strike="noStrike" sz="5400" u="none">
          <a:solidFill>
            <a:schemeClr val="accent6"/>
          </a:solidFill>
          <a:effectLst>
            <a:outerShdw sx="100000" sy="100000" kx="0" ky="0" algn="b" rotWithShape="0" blurRad="38100" dist="38100" dir="2700000">
              <a:srgbClr val="0B0F14"/>
            </a:outerShdw>
          </a:effectLst>
          <a:uFillTx/>
          <a:latin typeface="PingFang TC Semibold"/>
          <a:ea typeface="PingFang TC Semibold"/>
          <a:cs typeface="PingFang TC Semibold"/>
          <a:sym typeface="PingFang TC Semibold"/>
        </a:defRPr>
      </a:lvl4pPr>
      <a:lvl5pPr marL="0" marR="0" indent="0" algn="ctr" defTabSz="914400" rtl="0" latinLnBrk="0">
        <a:lnSpc>
          <a:spcPct val="100000"/>
        </a:lnSpc>
        <a:spcBef>
          <a:spcPts val="0"/>
        </a:spcBef>
        <a:spcAft>
          <a:spcPts val="0"/>
        </a:spcAft>
        <a:buClrTx/>
        <a:buSzTx/>
        <a:buFontTx/>
        <a:buNone/>
        <a:tabLst/>
        <a:defRPr b="0" baseline="0" cap="none" i="0" spc="0" strike="noStrike" sz="5400" u="none">
          <a:solidFill>
            <a:schemeClr val="accent6"/>
          </a:solidFill>
          <a:effectLst>
            <a:outerShdw sx="100000" sy="100000" kx="0" ky="0" algn="b" rotWithShape="0" blurRad="38100" dist="38100" dir="2700000">
              <a:srgbClr val="0B0F14"/>
            </a:outerShdw>
          </a:effectLst>
          <a:uFillTx/>
          <a:latin typeface="PingFang TC Semibold"/>
          <a:ea typeface="PingFang TC Semibold"/>
          <a:cs typeface="PingFang TC Semibold"/>
          <a:sym typeface="PingFang TC Semibold"/>
        </a:defRPr>
      </a:lvl5pPr>
      <a:lvl6pPr marL="0" marR="0" indent="0" algn="ctr" defTabSz="914400" rtl="0" latinLnBrk="0">
        <a:lnSpc>
          <a:spcPct val="100000"/>
        </a:lnSpc>
        <a:spcBef>
          <a:spcPts val="0"/>
        </a:spcBef>
        <a:spcAft>
          <a:spcPts val="0"/>
        </a:spcAft>
        <a:buClrTx/>
        <a:buSzTx/>
        <a:buFontTx/>
        <a:buNone/>
        <a:tabLst/>
        <a:defRPr b="0" baseline="0" cap="none" i="0" spc="0" strike="noStrike" sz="5400" u="none">
          <a:solidFill>
            <a:schemeClr val="accent6"/>
          </a:solidFill>
          <a:effectLst>
            <a:outerShdw sx="100000" sy="100000" kx="0" ky="0" algn="b" rotWithShape="0" blurRad="38100" dist="38100" dir="2700000">
              <a:srgbClr val="0B0F14"/>
            </a:outerShdw>
          </a:effectLst>
          <a:uFillTx/>
          <a:latin typeface="PingFang TC Semibold"/>
          <a:ea typeface="PingFang TC Semibold"/>
          <a:cs typeface="PingFang TC Semibold"/>
          <a:sym typeface="PingFang TC Semibold"/>
        </a:defRPr>
      </a:lvl6pPr>
      <a:lvl7pPr marL="0" marR="0" indent="0" algn="ctr" defTabSz="914400" rtl="0" latinLnBrk="0">
        <a:lnSpc>
          <a:spcPct val="100000"/>
        </a:lnSpc>
        <a:spcBef>
          <a:spcPts val="0"/>
        </a:spcBef>
        <a:spcAft>
          <a:spcPts val="0"/>
        </a:spcAft>
        <a:buClrTx/>
        <a:buSzTx/>
        <a:buFontTx/>
        <a:buNone/>
        <a:tabLst/>
        <a:defRPr b="0" baseline="0" cap="none" i="0" spc="0" strike="noStrike" sz="5400" u="none">
          <a:solidFill>
            <a:schemeClr val="accent6"/>
          </a:solidFill>
          <a:effectLst>
            <a:outerShdw sx="100000" sy="100000" kx="0" ky="0" algn="b" rotWithShape="0" blurRad="38100" dist="38100" dir="2700000">
              <a:srgbClr val="0B0F14"/>
            </a:outerShdw>
          </a:effectLst>
          <a:uFillTx/>
          <a:latin typeface="PingFang TC Semibold"/>
          <a:ea typeface="PingFang TC Semibold"/>
          <a:cs typeface="PingFang TC Semibold"/>
          <a:sym typeface="PingFang TC Semibold"/>
        </a:defRPr>
      </a:lvl7pPr>
      <a:lvl8pPr marL="0" marR="0" indent="0" algn="ctr" defTabSz="914400" rtl="0" latinLnBrk="0">
        <a:lnSpc>
          <a:spcPct val="100000"/>
        </a:lnSpc>
        <a:spcBef>
          <a:spcPts val="0"/>
        </a:spcBef>
        <a:spcAft>
          <a:spcPts val="0"/>
        </a:spcAft>
        <a:buClrTx/>
        <a:buSzTx/>
        <a:buFontTx/>
        <a:buNone/>
        <a:tabLst/>
        <a:defRPr b="0" baseline="0" cap="none" i="0" spc="0" strike="noStrike" sz="5400" u="none">
          <a:solidFill>
            <a:schemeClr val="accent6"/>
          </a:solidFill>
          <a:effectLst>
            <a:outerShdw sx="100000" sy="100000" kx="0" ky="0" algn="b" rotWithShape="0" blurRad="38100" dist="38100" dir="2700000">
              <a:srgbClr val="0B0F14"/>
            </a:outerShdw>
          </a:effectLst>
          <a:uFillTx/>
          <a:latin typeface="PingFang TC Semibold"/>
          <a:ea typeface="PingFang TC Semibold"/>
          <a:cs typeface="PingFang TC Semibold"/>
          <a:sym typeface="PingFang TC Semibold"/>
        </a:defRPr>
      </a:lvl8pPr>
      <a:lvl9pPr marL="0" marR="0" indent="0" algn="ctr" defTabSz="914400" rtl="0" latinLnBrk="0">
        <a:lnSpc>
          <a:spcPct val="100000"/>
        </a:lnSpc>
        <a:spcBef>
          <a:spcPts val="0"/>
        </a:spcBef>
        <a:spcAft>
          <a:spcPts val="0"/>
        </a:spcAft>
        <a:buClrTx/>
        <a:buSzTx/>
        <a:buFontTx/>
        <a:buNone/>
        <a:tabLst/>
        <a:defRPr b="0" baseline="0" cap="none" i="0" spc="0" strike="noStrike" sz="5400" u="none">
          <a:solidFill>
            <a:schemeClr val="accent6"/>
          </a:solidFill>
          <a:effectLst>
            <a:outerShdw sx="100000" sy="100000" kx="0" ky="0" algn="b" rotWithShape="0" blurRad="38100" dist="38100" dir="2700000">
              <a:srgbClr val="0B0F14"/>
            </a:outerShdw>
          </a:effectLst>
          <a:uFillTx/>
          <a:latin typeface="PingFang TC Semibold"/>
          <a:ea typeface="PingFang TC Semibold"/>
          <a:cs typeface="PingFang TC Semibold"/>
          <a:sym typeface="PingFang TC Semibold"/>
        </a:defRPr>
      </a:lvl9pPr>
    </p:titleStyle>
    <p:bodyStyle>
      <a:lvl1pPr marL="0" marR="0" indent="0" algn="l" defTabSz="914400" rtl="0" latinLnBrk="0">
        <a:lnSpc>
          <a:spcPct val="100000"/>
        </a:lnSpc>
        <a:spcBef>
          <a:spcPts val="500"/>
        </a:spcBef>
        <a:spcAft>
          <a:spcPts val="0"/>
        </a:spcAft>
        <a:buClrTx/>
        <a:buSzTx/>
        <a:buFontTx/>
        <a:buNone/>
        <a:tabLst/>
        <a:defRPr b="0" baseline="0" cap="none" i="0" spc="0" strike="noStrike" sz="4800" u="none">
          <a:solidFill>
            <a:schemeClr val="accent6"/>
          </a:solidFill>
          <a:effectLst>
            <a:outerShdw sx="100000" sy="100000" kx="0" ky="0" algn="b" rotWithShape="0" blurRad="38100" dist="38100" dir="2700000">
              <a:srgbClr val="0B0F14"/>
            </a:outerShdw>
          </a:effectLst>
          <a:uFillTx/>
          <a:latin typeface="Helvetica Neue"/>
          <a:ea typeface="Helvetica Neue"/>
          <a:cs typeface="Helvetica Neue"/>
          <a:sym typeface="Helvetica Neue"/>
        </a:defRPr>
      </a:lvl1pPr>
      <a:lvl2pPr marL="947057" marR="0" indent="-489857" algn="l" defTabSz="914400" rtl="0" latinLnBrk="0">
        <a:lnSpc>
          <a:spcPct val="100000"/>
        </a:lnSpc>
        <a:spcBef>
          <a:spcPts val="500"/>
        </a:spcBef>
        <a:spcAft>
          <a:spcPts val="0"/>
        </a:spcAft>
        <a:buClrTx/>
        <a:buSzPct val="70000"/>
        <a:buFontTx/>
        <a:buChar char="■"/>
        <a:tabLst/>
        <a:defRPr b="0" baseline="0" cap="none" i="0" spc="0" strike="noStrike" sz="4800" u="none">
          <a:solidFill>
            <a:schemeClr val="accent6"/>
          </a:solidFill>
          <a:effectLst>
            <a:outerShdw sx="100000" sy="100000" kx="0" ky="0" algn="b" rotWithShape="0" blurRad="38100" dist="38100" dir="2700000">
              <a:srgbClr val="0B0F14"/>
            </a:outerShdw>
          </a:effectLst>
          <a:uFillTx/>
          <a:latin typeface="Helvetica Neue"/>
          <a:ea typeface="Helvetica Neue"/>
          <a:cs typeface="Helvetica Neue"/>
          <a:sym typeface="Helvetica Neue"/>
        </a:defRPr>
      </a:lvl2pPr>
      <a:lvl3pPr marL="1371600" marR="0" indent="-457200" algn="l" defTabSz="914400" rtl="0" latinLnBrk="0">
        <a:lnSpc>
          <a:spcPct val="100000"/>
        </a:lnSpc>
        <a:spcBef>
          <a:spcPts val="500"/>
        </a:spcBef>
        <a:spcAft>
          <a:spcPts val="0"/>
        </a:spcAft>
        <a:buClrTx/>
        <a:buSzPct val="70000"/>
        <a:buFontTx/>
        <a:buChar char="■"/>
        <a:tabLst/>
        <a:defRPr b="0" baseline="0" cap="none" i="0" spc="0" strike="noStrike" sz="4800" u="none">
          <a:solidFill>
            <a:schemeClr val="accent6"/>
          </a:solidFill>
          <a:effectLst>
            <a:outerShdw sx="100000" sy="100000" kx="0" ky="0" algn="b" rotWithShape="0" blurRad="38100" dist="38100" dir="2700000">
              <a:srgbClr val="0B0F14"/>
            </a:outerShdw>
          </a:effectLst>
          <a:uFillTx/>
          <a:latin typeface="Helvetica Neue"/>
          <a:ea typeface="Helvetica Neue"/>
          <a:cs typeface="Helvetica Neue"/>
          <a:sym typeface="Helvetica Neue"/>
        </a:defRPr>
      </a:lvl3pPr>
      <a:lvl4pPr marL="1920238" marR="0" indent="-548638" algn="l" defTabSz="914400" rtl="0" latinLnBrk="0">
        <a:lnSpc>
          <a:spcPct val="100000"/>
        </a:lnSpc>
        <a:spcBef>
          <a:spcPts val="500"/>
        </a:spcBef>
        <a:spcAft>
          <a:spcPts val="0"/>
        </a:spcAft>
        <a:buClrTx/>
        <a:buSzPct val="70000"/>
        <a:buFontTx/>
        <a:buChar char="■"/>
        <a:tabLst/>
        <a:defRPr b="0" baseline="0" cap="none" i="0" spc="0" strike="noStrike" sz="4800" u="none">
          <a:solidFill>
            <a:schemeClr val="accent6"/>
          </a:solidFill>
          <a:effectLst>
            <a:outerShdw sx="100000" sy="100000" kx="0" ky="0" algn="b" rotWithShape="0" blurRad="38100" dist="38100" dir="2700000">
              <a:srgbClr val="0B0F14"/>
            </a:outerShdw>
          </a:effectLst>
          <a:uFillTx/>
          <a:latin typeface="Helvetica Neue"/>
          <a:ea typeface="Helvetica Neue"/>
          <a:cs typeface="Helvetica Neue"/>
          <a:sym typeface="Helvetica Neue"/>
        </a:defRPr>
      </a:lvl4pPr>
      <a:lvl5pPr marL="2377438" marR="0" indent="-548638" algn="l" defTabSz="914400" rtl="0" latinLnBrk="0">
        <a:lnSpc>
          <a:spcPct val="100000"/>
        </a:lnSpc>
        <a:spcBef>
          <a:spcPts val="500"/>
        </a:spcBef>
        <a:spcAft>
          <a:spcPts val="0"/>
        </a:spcAft>
        <a:buClrTx/>
        <a:buSzPct val="70000"/>
        <a:buFontTx/>
        <a:buChar char="■"/>
        <a:tabLst/>
        <a:defRPr b="0" baseline="0" cap="none" i="0" spc="0" strike="noStrike" sz="4800" u="none">
          <a:solidFill>
            <a:schemeClr val="accent6"/>
          </a:solidFill>
          <a:effectLst>
            <a:outerShdw sx="100000" sy="100000" kx="0" ky="0" algn="b" rotWithShape="0" blurRad="38100" dist="38100" dir="2700000">
              <a:srgbClr val="0B0F14"/>
            </a:outerShdw>
          </a:effectLst>
          <a:uFillTx/>
          <a:latin typeface="Helvetica Neue"/>
          <a:ea typeface="Helvetica Neue"/>
          <a:cs typeface="Helvetica Neue"/>
          <a:sym typeface="Helvetica Neue"/>
        </a:defRPr>
      </a:lvl5pPr>
      <a:lvl6pPr marL="2834638" marR="0" indent="-548638" algn="l" defTabSz="914400" rtl="0" latinLnBrk="0">
        <a:lnSpc>
          <a:spcPct val="100000"/>
        </a:lnSpc>
        <a:spcBef>
          <a:spcPts val="500"/>
        </a:spcBef>
        <a:spcAft>
          <a:spcPts val="0"/>
        </a:spcAft>
        <a:buClrTx/>
        <a:buSzPct val="70000"/>
        <a:buFontTx/>
        <a:buChar char="■"/>
        <a:tabLst/>
        <a:defRPr b="0" baseline="0" cap="none" i="0" spc="0" strike="noStrike" sz="4800" u="none">
          <a:solidFill>
            <a:schemeClr val="accent6"/>
          </a:solidFill>
          <a:effectLst>
            <a:outerShdw sx="100000" sy="100000" kx="0" ky="0" algn="b" rotWithShape="0" blurRad="38100" dist="38100" dir="2700000">
              <a:srgbClr val="0B0F14"/>
            </a:outerShdw>
          </a:effectLst>
          <a:uFillTx/>
          <a:latin typeface="Helvetica Neue"/>
          <a:ea typeface="Helvetica Neue"/>
          <a:cs typeface="Helvetica Neue"/>
          <a:sym typeface="Helvetica Neue"/>
        </a:defRPr>
      </a:lvl6pPr>
      <a:lvl7pPr marL="3291840" marR="0" indent="-548638" algn="l" defTabSz="914400" rtl="0" latinLnBrk="0">
        <a:lnSpc>
          <a:spcPct val="100000"/>
        </a:lnSpc>
        <a:spcBef>
          <a:spcPts val="500"/>
        </a:spcBef>
        <a:spcAft>
          <a:spcPts val="0"/>
        </a:spcAft>
        <a:buClrTx/>
        <a:buSzPct val="70000"/>
        <a:buFontTx/>
        <a:buChar char="■"/>
        <a:tabLst/>
        <a:defRPr b="0" baseline="0" cap="none" i="0" spc="0" strike="noStrike" sz="4800" u="none">
          <a:solidFill>
            <a:schemeClr val="accent6"/>
          </a:solidFill>
          <a:effectLst>
            <a:outerShdw sx="100000" sy="100000" kx="0" ky="0" algn="b" rotWithShape="0" blurRad="38100" dist="38100" dir="2700000">
              <a:srgbClr val="0B0F14"/>
            </a:outerShdw>
          </a:effectLst>
          <a:uFillTx/>
          <a:latin typeface="Helvetica Neue"/>
          <a:ea typeface="Helvetica Neue"/>
          <a:cs typeface="Helvetica Neue"/>
          <a:sym typeface="Helvetica Neue"/>
        </a:defRPr>
      </a:lvl7pPr>
      <a:lvl8pPr marL="3749040" marR="0" indent="-548638" algn="l" defTabSz="914400" rtl="0" latinLnBrk="0">
        <a:lnSpc>
          <a:spcPct val="100000"/>
        </a:lnSpc>
        <a:spcBef>
          <a:spcPts val="500"/>
        </a:spcBef>
        <a:spcAft>
          <a:spcPts val="0"/>
        </a:spcAft>
        <a:buClrTx/>
        <a:buSzPct val="70000"/>
        <a:buFontTx/>
        <a:buChar char="■"/>
        <a:tabLst/>
        <a:defRPr b="0" baseline="0" cap="none" i="0" spc="0" strike="noStrike" sz="4800" u="none">
          <a:solidFill>
            <a:schemeClr val="accent6"/>
          </a:solidFill>
          <a:effectLst>
            <a:outerShdw sx="100000" sy="100000" kx="0" ky="0" algn="b" rotWithShape="0" blurRad="38100" dist="38100" dir="2700000">
              <a:srgbClr val="0B0F14"/>
            </a:outerShdw>
          </a:effectLst>
          <a:uFillTx/>
          <a:latin typeface="Helvetica Neue"/>
          <a:ea typeface="Helvetica Neue"/>
          <a:cs typeface="Helvetica Neue"/>
          <a:sym typeface="Helvetica Neue"/>
        </a:defRPr>
      </a:lvl8pPr>
      <a:lvl9pPr marL="4206240" marR="0" indent="-548640" algn="l" defTabSz="914400" rtl="0" latinLnBrk="0">
        <a:lnSpc>
          <a:spcPct val="100000"/>
        </a:lnSpc>
        <a:spcBef>
          <a:spcPts val="500"/>
        </a:spcBef>
        <a:spcAft>
          <a:spcPts val="0"/>
        </a:spcAft>
        <a:buClrTx/>
        <a:buSzPct val="70000"/>
        <a:buFontTx/>
        <a:buChar char="■"/>
        <a:tabLst/>
        <a:defRPr b="0" baseline="0" cap="none" i="0" spc="0" strike="noStrike" sz="4800" u="none">
          <a:solidFill>
            <a:schemeClr val="accent6"/>
          </a:solidFill>
          <a:effectLst>
            <a:outerShdw sx="100000" sy="100000" kx="0" ky="0" algn="b" rotWithShape="0" blurRad="38100" dist="38100" dir="2700000">
              <a:srgbClr val="0B0F14"/>
            </a:outerShdw>
          </a:effectLst>
          <a:uFillTx/>
          <a:latin typeface="Helvetica Neue"/>
          <a:ea typeface="Helvetica Neue"/>
          <a:cs typeface="Helvetica Neue"/>
          <a:sym typeface="Helvetica Neue"/>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Garamond"/>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Garamond"/>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Garamond"/>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Garamond"/>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Garamond"/>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Garamond"/>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Garamond"/>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Garamond"/>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Garamond"/>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主愛在中國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p:nvPr>
        </p:nvSpPr>
        <p:spPr/>
        <p:txBody>
          <a:bodyPr/>
          <a:lstStyle/>
          <a:p>
            <a:r>
              <a:t> 萬古長夜 盼基督來臨寶血湧流救贖恩情福音西來枯木逢春捨己捨身舍家室效主甘願犧牲</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p:nvPr>
        </p:nvSpPr>
        <p:spPr/>
        <p:txBody>
          <a:bodyPr/>
          <a:lstStyle/>
          <a:p>
            <a:r>
              <a:t> 神州荒涼 賜二魚五餅百年恩典愛傳四境先知眼淚 化城中角聲鞭我殺我無怨尤 效主饒恕悲憫</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p:nvPr>
        </p:nvSpPr>
        <p:spPr/>
        <p:txBody>
          <a:bodyPr/>
          <a:lstStyle/>
          <a:p>
            <a:r>
              <a:t> 主愛在中國點燃永恆的盼望主愛在中國 興起蒙恩忠貞的心主愛在中國攜手親愛的聖徒在全地作證主愛永不熄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p:nvPr>
        </p:nvSpPr>
        <p:spPr/>
        <p:txBody>
          <a:bodyPr/>
          <a:lstStyle/>
          <a:p>
            <a:r>
              <a:t> 曠野田間 聽十架聲音城中街頭敬拜身影忍耐謙卑 守候主聖名受屈受辱受試煉 效主順服父命</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p:nvPr>
        </p:nvSpPr>
        <p:spPr/>
        <p:txBody>
          <a:bodyPr/>
          <a:lstStyle/>
          <a:p>
            <a:r>
              <a:t> 古老福音 唱時代新歌向罪而死向主而活傳揚基督聖靈引導不離不棄不渝移 效主忠誠堅貞</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p:nvPr>
        </p:nvSpPr>
        <p:spPr/>
        <p:txBody>
          <a:bodyPr/>
          <a:lstStyle/>
          <a:p>
            <a:r>
              <a:t> 主愛在中國點燃永恆的盼望主愛在中國 興起蒙恩忠貞的心主愛在中國攜手親愛的聖徒在全地作證主愛永不熄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1"/>
          </p:nvPr>
        </p:nvSpPr>
        <p:spPr/>
        <p:txBody>
          <a:bodyPr/>
          <a:lstStyle/>
          <a:p>
            <a:r>
              <a:t> 主愛在中國點燃永恆的盼望主愛在中國 興起蒙恩忠貞的心主愛在中國攜手親愛的聖徒在全地作證主愛永不熄</a:t>
            </a:r>
          </a:p>
        </p:txBody>
      </p:sp>
    </p:spTree>
  </p:cSld>
  <p:clrMapOvr>
    <a:masterClrMapping/>
  </p:clrMapOvr>
</p:sld>
</file>

<file path=ppt/theme/theme1.xml><?xml version="1.0" encoding="utf-8"?>
<a:theme xmlns:a="http://schemas.openxmlformats.org/drawingml/2006/main" xmlns:r="http://schemas.openxmlformats.org/officeDocument/2006/relationships" name="Stream_blue">
  <a:themeElements>
    <a:clrScheme name="Stream_blue">
      <a:dk1>
        <a:srgbClr val="0B0F14"/>
      </a:dk1>
      <a:lt1>
        <a:srgbClr val="0B0F14"/>
      </a:lt1>
      <a:dk2>
        <a:srgbClr val="A7A7A7"/>
      </a:dk2>
      <a:lt2>
        <a:srgbClr val="535353"/>
      </a:lt2>
      <a:accent1>
        <a:srgbClr val="7DD3FC"/>
      </a:accent1>
      <a:accent2>
        <a:srgbClr val="A5B4FC"/>
      </a:accent2>
      <a:accent3>
        <a:srgbClr val="94A3B8"/>
      </a:accent3>
      <a:accent4>
        <a:srgbClr val="E2E8F0"/>
      </a:accent4>
      <a:accent5>
        <a:srgbClr val="38BDF8"/>
      </a:accent5>
      <a:accent6>
        <a:srgbClr val="F6C453"/>
      </a:accent6>
      <a:hlink>
        <a:srgbClr val="0000FF"/>
      </a:hlink>
      <a:folHlink>
        <a:srgbClr val="FF00FF"/>
      </a:folHlink>
    </a:clrScheme>
    <a:fontScheme name="Stream_blue">
      <a:majorFont>
        <a:latin typeface="Arial"/>
        <a:ea typeface="Arial"/>
        <a:cs typeface="Arial"/>
      </a:majorFont>
      <a:minorFont>
        <a:latin typeface="Helvetica"/>
        <a:ea typeface="Helvetica"/>
        <a:cs typeface="Helvetica"/>
      </a:minorFont>
    </a:fontScheme>
    <a:fmtScheme name="Stream_blu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B0F14"/>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0F14"/>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0F14"/>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Stream_blue">
  <a:themeElements>
    <a:clrScheme name="Stream_blue">
      <a:dk1>
        <a:srgbClr val="000000"/>
      </a:dk1>
      <a:lt1>
        <a:srgbClr val="FFFFFF"/>
      </a:lt1>
      <a:dk2>
        <a:srgbClr val="A7A7A7"/>
      </a:dk2>
      <a:lt2>
        <a:srgbClr val="535353"/>
      </a:lt2>
      <a:accent1>
        <a:srgbClr val="7DD3FC"/>
      </a:accent1>
      <a:accent2>
        <a:srgbClr val="A5B4FC"/>
      </a:accent2>
      <a:accent3>
        <a:srgbClr val="94A3B8"/>
      </a:accent3>
      <a:accent4>
        <a:srgbClr val="E2E8F0"/>
      </a:accent4>
      <a:accent5>
        <a:srgbClr val="38BDF8"/>
      </a:accent5>
      <a:accent6>
        <a:srgbClr val="F6C453"/>
      </a:accent6>
      <a:hlink>
        <a:srgbClr val="0000FF"/>
      </a:hlink>
      <a:folHlink>
        <a:srgbClr val="FF00FF"/>
      </a:folHlink>
    </a:clrScheme>
    <a:fontScheme name="Stream_blue">
      <a:majorFont>
        <a:latin typeface="Arial"/>
        <a:ea typeface="Arial"/>
        <a:cs typeface="Arial"/>
      </a:majorFont>
      <a:minorFont>
        <a:latin typeface="Helvetica"/>
        <a:ea typeface="Helvetica"/>
        <a:cs typeface="Helvetica"/>
      </a:minorFont>
    </a:fontScheme>
    <a:fmtScheme name="Stream_blu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B0F14"/>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0F14"/>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B0F14"/>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