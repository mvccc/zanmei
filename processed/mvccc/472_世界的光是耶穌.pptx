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世界的光是耶穌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世界的光是耶穌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整個世界都被罪、暗所淹沒，這世界的光是耶穌！祂的榮耀如正午阳光照耀，這世界的光是耶穌！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世界的光是耶穌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快來就光，這光是為你；這個恩光，已照我心裡；前我瞎眼，但今被开启；這世界的光是耶穌！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世界的光是耶穌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凡在主里的人，就毫无黑暗，這世界的光是耶穌！跟祂引导就得在光中进前，這世界的光是耶穌！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世界的光是耶穌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快來就光，這光是為你；這個恩光，已照我心裡；前我瞎眼，但今被开启；這世界的光是耶穌！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世界的光是耶穌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黑暗中的罪人，请到主前来，這世界的光是耶穌！遵命前去洗，祂使你眼睁开，這世界的光是耶穌！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世界的光是耶穌 (6)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快來就光，這光是為你；這個恩光，已照我心裡；前我瞎眼，但今被开启；這世界的光是耶穌！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世界的光是耶穌 (7)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天堂里真光明用不着太陽，那世界的光是耶穌！神的羔羊在金城作萬人光，那世界的光是耶穌！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世界的光是耶穌 (8)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快來就光，這光是為你；這個恩光，已照我心裡；前我瞎眼，但今被开启；這世界的光是耶穌！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