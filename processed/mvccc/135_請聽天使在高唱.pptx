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請聽天使在高唱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請聽天使在高唱</a:t>
            </a:r>
          </a:p>
          <a:p>
            <a:r>
              <a:t>歌頌聲由天播揚</a:t>
            </a:r>
          </a:p>
          <a:p>
            <a:r>
              <a:t>奇妙曲音多響亮</a:t>
            </a:r>
          </a:p>
          <a:p>
            <a:r>
              <a:t>清歌高唱好景象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榮耀榮耀榮耀歸於真神</a:t>
            </a:r>
          </a:p>
          <a:p>
            <a:r>
              <a:t>榮耀榮耀 榮耀歸於真神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牧人黑夜在曠野</a:t>
            </a:r>
          </a:p>
          <a:p>
            <a:r>
              <a:t>看守羊群待天明</a:t>
            </a:r>
          </a:p>
          <a:p>
            <a:r>
              <a:t>忽聞天使報佳音</a:t>
            </a:r>
          </a:p>
          <a:p>
            <a:r>
              <a:t>平安信息給世人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榮耀榮耀榮耀歸於真神</a:t>
            </a:r>
          </a:p>
          <a:p>
            <a:r>
              <a:t>榮耀榮耀 榮耀歸於真神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齊來同往伯利恒</a:t>
            </a:r>
          </a:p>
          <a:p>
            <a:r>
              <a:t>天使所唱聖嬰生</a:t>
            </a:r>
          </a:p>
          <a:p>
            <a:r>
              <a:t>屈膝跪拜新生王</a:t>
            </a:r>
          </a:p>
          <a:p>
            <a:r>
              <a:t>救主基督今降生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榮耀榮耀榮耀歸於真神</a:t>
            </a:r>
          </a:p>
          <a:p>
            <a:r>
              <a:t>榮耀榮耀 榮耀歸於真神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