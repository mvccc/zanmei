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讚美讚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0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1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2" name="Body Level One…"/>
          <p:cNvSpPr txBox="1"/>
          <p:nvPr>
            <p:ph type="body" idx="1"/>
          </p:nvPr>
        </p:nvSpPr>
        <p:spPr>
          <a:xfrm>
            <a:off x="0" y="1992924"/>
            <a:ext cx="24384000" cy="7758798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Google Shape;115;p71"/>
          <p:cNvSpPr txBox="1"/>
          <p:nvPr/>
        </p:nvSpPr>
        <p:spPr>
          <a:xfrm>
            <a:off x="1662341" y="12192000"/>
            <a:ext cx="4435993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讚美讚美</a:t>
            </a:r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我需要有祢在我生命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2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3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4" name="Body Level One…"/>
          <p:cNvSpPr txBox="1"/>
          <p:nvPr>
            <p:ph type="body" idx="1"/>
          </p:nvPr>
        </p:nvSpPr>
        <p:spPr>
          <a:xfrm>
            <a:off x="0" y="2110153"/>
            <a:ext cx="24384000" cy="7641569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5" name="Google Shape;118;p72"/>
          <p:cNvSpPr txBox="1"/>
          <p:nvPr/>
        </p:nvSpPr>
        <p:spPr>
          <a:xfrm>
            <a:off x="1662341" y="12192000"/>
            <a:ext cx="7483992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我需要有祢在我生命中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如鷹展翅上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05;p70"/>
          <p:cNvSpPr/>
          <p:nvPr/>
        </p:nvSpPr>
        <p:spPr>
          <a:xfrm>
            <a:off x="32088" y="16044"/>
            <a:ext cx="24384001" cy="13716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4" name="Google Shape;109;p7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ln w="38100">
            <a:solidFill>
              <a:srgbClr val="451406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5" name="Google Shape;110;p70"/>
          <p:cNvSpPr/>
          <p:nvPr/>
        </p:nvSpPr>
        <p:spPr>
          <a:xfrm>
            <a:off x="0" y="32088"/>
            <a:ext cx="24384000" cy="13716001"/>
          </a:xfrm>
          <a:prstGeom prst="rect">
            <a:avLst/>
          </a:prstGeom>
          <a:solidFill>
            <a:srgbClr val="941100">
              <a:alpha val="21176"/>
            </a:srgbClr>
          </a:solidFill>
          <a:ln w="38100">
            <a:solidFill>
              <a:srgbClr val="A5300F"/>
            </a:solidFill>
            <a:miter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96" name="Body Level One…"/>
          <p:cNvSpPr txBox="1"/>
          <p:nvPr>
            <p:ph type="body" idx="1"/>
          </p:nvPr>
        </p:nvSpPr>
        <p:spPr>
          <a:xfrm>
            <a:off x="0" y="2039815"/>
            <a:ext cx="24384000" cy="7711908"/>
          </a:xfrm>
          <a:prstGeom prst="rect">
            <a:avLst/>
          </a:prstGeom>
        </p:spPr>
        <p:txBody>
          <a:bodyPr lIns="91399" tIns="91399" rIns="91399" bIns="91399"/>
          <a:lstStyle>
            <a:lvl1pPr marL="457200" indent="-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1pPr>
            <a:lvl2pPr marL="457200" indent="2286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2pPr>
            <a:lvl3pPr marL="457200" indent="6858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3pPr>
            <a:lvl4pPr marL="457200" indent="11430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4pPr>
            <a:lvl5pPr marL="457200" indent="1600200" algn="ctr" defTabSz="1828800">
              <a:lnSpc>
                <a:spcPct val="150000"/>
              </a:lnSpc>
              <a:spcBef>
                <a:spcPts val="2000"/>
              </a:spcBef>
              <a:buSzTx/>
              <a:buNone/>
              <a:defRPr b="1" sz="8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7" name="Google Shape;121;p73"/>
          <p:cNvSpPr txBox="1"/>
          <p:nvPr/>
        </p:nvSpPr>
        <p:spPr>
          <a:xfrm>
            <a:off x="1662341" y="12192000"/>
            <a:ext cx="7483992" cy="117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399" tIns="91399" rIns="91399" bIns="9139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b="1" i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如鷹展翅上騰</a:t>
            </a:r>
          </a:p>
        </p:txBody>
      </p:sp>
      <p:sp>
        <p:nvSpPr>
          <p:cNvPr id="198" name="Slide Number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399" tIns="91399" rIns="91399" bIns="91399" anchor="ctr"/>
          <a:lstStyle>
            <a:lvl1pPr algn="r" defTabSz="1828800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93;p13"/>
          <p:cNvSpPr txBox="1"/>
          <p:nvPr>
            <p:ph type="body" idx="1"/>
          </p:nvPr>
        </p:nvSpPr>
        <p:spPr>
          <a:xfrm>
            <a:off x="0" y="2110149"/>
            <a:ext cx="24384000" cy="8987402"/>
          </a:xfrm>
          <a:prstGeom prst="rect">
            <a:avLst/>
          </a:prstGeom>
        </p:spPr>
        <p:txBody>
          <a:bodyPr/>
          <a:lstStyle/>
          <a:p>
            <a:pPr marL="0" indent="0" defTabSz="1700783">
              <a:spcBef>
                <a:spcPts val="0"/>
              </a:spcBef>
              <a:defRPr sz="8184"/>
            </a:pPr>
            <a:r>
              <a:t>哦主  求祢保守我的心我的意念</a:t>
            </a:r>
          </a:p>
          <a:p>
            <a:pPr marL="0" indent="0" defTabSz="1700783">
              <a:spcBef>
                <a:spcPts val="1800"/>
              </a:spcBef>
              <a:defRPr sz="8184"/>
            </a:pPr>
            <a:r>
              <a:t>使我能夠遵行祢旨意</a:t>
            </a:r>
          </a:p>
          <a:p>
            <a:pPr marL="0" indent="0" defTabSz="1700783">
              <a:spcBef>
                <a:spcPts val="1800"/>
              </a:spcBef>
              <a:defRPr sz="8184"/>
            </a:pPr>
            <a:r>
              <a:t>我願將祢話語身藏在我心</a:t>
            </a:r>
          </a:p>
          <a:p>
            <a:pPr marL="0" indent="0" defTabSz="1700783">
              <a:spcBef>
                <a:spcPts val="1800"/>
              </a:spcBef>
              <a:defRPr sz="8184"/>
            </a:pPr>
            <a:r>
              <a:t>作路上的光  成為我腳前的燈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98;p14"/>
          <p:cNvSpPr txBox="1"/>
          <p:nvPr>
            <p:ph type="body" idx="1"/>
          </p:nvPr>
        </p:nvSpPr>
        <p:spPr>
          <a:xfrm>
            <a:off x="0" y="2110150"/>
            <a:ext cx="24384000" cy="8571001"/>
          </a:xfrm>
          <a:prstGeom prst="rect">
            <a:avLst/>
          </a:prstGeom>
        </p:spPr>
        <p:txBody>
          <a:bodyPr/>
          <a:lstStyle/>
          <a:p>
            <a:pPr marL="0" indent="0" defTabSz="1609344">
              <a:spcBef>
                <a:spcPts val="0"/>
              </a:spcBef>
              <a:defRPr sz="7744"/>
            </a:pPr>
            <a:r>
              <a:t>哦主  求祢堅固我信心我的力量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使我得以勇敢向前行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因我知道有時我仍會軟弱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求祢帶領我  使我不會再退縮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304;p15"/>
          <p:cNvSpPr txBox="1"/>
          <p:nvPr>
            <p:ph type="body" idx="1"/>
          </p:nvPr>
        </p:nvSpPr>
        <p:spPr>
          <a:xfrm>
            <a:off x="0" y="2110150"/>
            <a:ext cx="24384000" cy="8690401"/>
          </a:xfrm>
          <a:prstGeom prst="rect">
            <a:avLst/>
          </a:prstGeom>
        </p:spPr>
        <p:txBody>
          <a:bodyPr/>
          <a:lstStyle/>
          <a:p>
            <a:pPr marL="0" indent="0" defTabSz="1645919">
              <a:spcBef>
                <a:spcPts val="0"/>
              </a:spcBef>
              <a:defRPr sz="7919"/>
            </a:pPr>
            <a:r>
              <a:t>我需要有祢在我生命中</a:t>
            </a:r>
          </a:p>
          <a:p>
            <a:pPr marL="0" indent="0" defTabSz="1645919">
              <a:spcBef>
                <a:spcPts val="1800"/>
              </a:spcBef>
              <a:defRPr sz="7919"/>
            </a:pPr>
            <a:r>
              <a:t>好讓我一生能學祢的樣式</a:t>
            </a:r>
          </a:p>
          <a:p>
            <a:pPr marL="0" indent="0" defTabSz="1645919">
              <a:spcBef>
                <a:spcPts val="1800"/>
              </a:spcBef>
              <a:defRPr sz="7919"/>
            </a:pPr>
            <a:r>
              <a:t>使我能成為祢所喜悅的兒女</a:t>
            </a:r>
          </a:p>
          <a:p>
            <a:pPr marL="0" indent="0" defTabSz="1645919">
              <a:spcBef>
                <a:spcPts val="1800"/>
              </a:spcBef>
              <a:defRPr sz="7919"/>
            </a:pPr>
            <a:r>
              <a:t>使我的生命能夠彰顯祢榮耀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310;p16"/>
          <p:cNvSpPr txBox="1"/>
          <p:nvPr>
            <p:ph type="body" idx="1"/>
          </p:nvPr>
        </p:nvSpPr>
        <p:spPr>
          <a:xfrm>
            <a:off x="0" y="2110149"/>
            <a:ext cx="24384000" cy="8630402"/>
          </a:xfrm>
          <a:prstGeom prst="rect">
            <a:avLst/>
          </a:prstGeom>
        </p:spPr>
        <p:txBody>
          <a:bodyPr/>
          <a:lstStyle/>
          <a:p>
            <a:pPr marL="0" indent="0" defTabSz="1627632">
              <a:spcBef>
                <a:spcPts val="0"/>
              </a:spcBef>
              <a:defRPr sz="7832"/>
            </a:pPr>
            <a:r>
              <a:t>哦主  求祢保守我的心我的意念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使我能夠遵行祢旨意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我願將祢話語身藏在我心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作路上的光  成為我腳前的燈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316;p17"/>
          <p:cNvSpPr txBox="1"/>
          <p:nvPr>
            <p:ph type="body" idx="1"/>
          </p:nvPr>
        </p:nvSpPr>
        <p:spPr>
          <a:xfrm>
            <a:off x="0" y="2110150"/>
            <a:ext cx="24384000" cy="8571001"/>
          </a:xfrm>
          <a:prstGeom prst="rect">
            <a:avLst/>
          </a:prstGeom>
        </p:spPr>
        <p:txBody>
          <a:bodyPr/>
          <a:lstStyle/>
          <a:p>
            <a:pPr marL="0" indent="0" defTabSz="1609344">
              <a:spcBef>
                <a:spcPts val="0"/>
              </a:spcBef>
              <a:defRPr sz="7744"/>
            </a:pPr>
            <a:r>
              <a:t>哦主  求祢堅固我信心我的力量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使我得以勇敢向前行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因我知道有時我仍會軟弱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求祢帶領我  使我不會再退縮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322;p18"/>
          <p:cNvSpPr txBox="1"/>
          <p:nvPr>
            <p:ph type="body" idx="1"/>
          </p:nvPr>
        </p:nvSpPr>
        <p:spPr>
          <a:xfrm>
            <a:off x="0" y="2110150"/>
            <a:ext cx="24384000" cy="8422200"/>
          </a:xfrm>
          <a:prstGeom prst="rect">
            <a:avLst/>
          </a:prstGeom>
        </p:spPr>
        <p:txBody>
          <a:bodyPr/>
          <a:lstStyle/>
          <a:p>
            <a:pPr marL="0" indent="0" defTabSz="1609344">
              <a:spcBef>
                <a:spcPts val="0"/>
              </a:spcBef>
              <a:defRPr sz="7744"/>
            </a:pPr>
            <a:r>
              <a:t>我需要有祢在我生命中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好讓我一生能學祢的樣式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使我能成為祢所喜悅的兒女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使我的生命能夠彰顯祢榮耀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328;p19"/>
          <p:cNvSpPr txBox="1"/>
          <p:nvPr>
            <p:ph type="body" idx="1"/>
          </p:nvPr>
        </p:nvSpPr>
        <p:spPr>
          <a:xfrm>
            <a:off x="0" y="2110149"/>
            <a:ext cx="24384000" cy="8630402"/>
          </a:xfrm>
          <a:prstGeom prst="rect">
            <a:avLst/>
          </a:prstGeom>
        </p:spPr>
        <p:txBody>
          <a:bodyPr/>
          <a:lstStyle/>
          <a:p>
            <a:pPr marL="0" indent="0" defTabSz="1627632">
              <a:spcBef>
                <a:spcPts val="0"/>
              </a:spcBef>
              <a:defRPr sz="7832"/>
            </a:pPr>
            <a:r>
              <a:t>哦主  求祢保守我的心我的意念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使我能夠遵行祢旨意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我願將祢話語身藏在我心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作路上的光  成為我腳前的燈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334;p20"/>
          <p:cNvSpPr txBox="1"/>
          <p:nvPr>
            <p:ph type="body" idx="1"/>
          </p:nvPr>
        </p:nvSpPr>
        <p:spPr>
          <a:xfrm>
            <a:off x="0" y="2110149"/>
            <a:ext cx="24384000" cy="8541002"/>
          </a:xfrm>
          <a:prstGeom prst="rect">
            <a:avLst/>
          </a:prstGeom>
        </p:spPr>
        <p:txBody>
          <a:bodyPr/>
          <a:lstStyle/>
          <a:p>
            <a:pPr marL="0" indent="0" defTabSz="1609344">
              <a:spcBef>
                <a:spcPts val="0"/>
              </a:spcBef>
              <a:defRPr sz="7744"/>
            </a:pPr>
            <a:r>
              <a:t>哦主  求祢堅固我信心我的力量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使我得以勇敢向前行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因我知道有時我仍會軟弱</a:t>
            </a:r>
          </a:p>
          <a:p>
            <a:pPr marL="0" indent="0" defTabSz="1609344">
              <a:spcBef>
                <a:spcPts val="1700"/>
              </a:spcBef>
              <a:defRPr sz="7744"/>
            </a:pPr>
            <a:r>
              <a:t>求祢帶領我  使我不會再退縮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340;p21"/>
          <p:cNvSpPr txBox="1"/>
          <p:nvPr>
            <p:ph type="body" idx="1"/>
          </p:nvPr>
        </p:nvSpPr>
        <p:spPr>
          <a:xfrm>
            <a:off x="0" y="2110149"/>
            <a:ext cx="24384000" cy="8541002"/>
          </a:xfrm>
          <a:prstGeom prst="rect">
            <a:avLst/>
          </a:prstGeom>
        </p:spPr>
        <p:txBody>
          <a:bodyPr/>
          <a:lstStyle/>
          <a:p>
            <a:pPr marL="0" indent="0" defTabSz="1627632">
              <a:spcBef>
                <a:spcPts val="0"/>
              </a:spcBef>
              <a:defRPr sz="7832"/>
            </a:pPr>
            <a:r>
              <a:t>我需要有祢在我生命中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好讓我一生能學祢的樣式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使我能成為祢所喜悅的兒女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使我的生命能夠彰顯祢榮耀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346;p22"/>
          <p:cNvSpPr txBox="1"/>
          <p:nvPr>
            <p:ph type="body" idx="1"/>
          </p:nvPr>
        </p:nvSpPr>
        <p:spPr>
          <a:xfrm>
            <a:off x="0" y="2110150"/>
            <a:ext cx="24384000" cy="8571001"/>
          </a:xfrm>
          <a:prstGeom prst="rect">
            <a:avLst/>
          </a:prstGeom>
        </p:spPr>
        <p:txBody>
          <a:bodyPr/>
          <a:lstStyle/>
          <a:p>
            <a:pPr marL="0" indent="0" defTabSz="1627632">
              <a:spcBef>
                <a:spcPts val="0"/>
              </a:spcBef>
              <a:defRPr sz="7832"/>
            </a:pPr>
            <a:r>
              <a:t>我需要有祢在我生命中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好讓我一生能學祢的樣式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使我能成為祢所喜悅的兒女</a:t>
            </a:r>
          </a:p>
          <a:p>
            <a:pPr marL="0" indent="0" defTabSz="1627632">
              <a:spcBef>
                <a:spcPts val="1700"/>
              </a:spcBef>
              <a:defRPr sz="7832"/>
            </a:pPr>
            <a:r>
              <a:t>使我的生命能夠彰顯祢榮耀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353;p23"/>
          <p:cNvSpPr txBox="1"/>
          <p:nvPr>
            <p:ph type="body" idx="1"/>
          </p:nvPr>
        </p:nvSpPr>
        <p:spPr>
          <a:xfrm>
            <a:off x="0" y="2794465"/>
            <a:ext cx="24384000" cy="7641602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t>使我能成為祢所喜悅的兒女</a:t>
            </a:r>
          </a:p>
          <a:p>
            <a:pPr marL="0" indent="0"/>
            <a:r>
              <a:t>使我的生命能夠彰顯祢榮耀</a:t>
            </a:r>
          </a:p>
        </p:txBody>
      </p:sp>
      <p:sp>
        <p:nvSpPr>
          <p:cNvPr id="228" name="Google Shape;355;p23"/>
          <p:cNvSpPr/>
          <p:nvPr/>
        </p:nvSpPr>
        <p:spPr>
          <a:xfrm>
            <a:off x="17157030" y="10876547"/>
            <a:ext cx="1828801" cy="103471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9E9D2"/>
          </a:solidFill>
          <a:ln w="12700">
            <a:miter lim="400000"/>
          </a:ln>
          <a:effectLst>
            <a:outerShdw sx="100000" sy="100000" kx="0" ky="0" algn="b" rotWithShape="0" blurRad="101600" dist="50800" dir="5400000">
              <a:srgbClr val="000000">
                <a:alpha val="31764"/>
              </a:srgbClr>
            </a:outerShdw>
          </a:effectLst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3600">
                <a:solidFill>
                  <a:srgbClr val="E5C243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