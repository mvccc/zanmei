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信息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信息</a:t>
            </a:r>
          </a:p>
        </p:txBody>
      </p:sp>
      <p:sp>
        <p:nvSpPr>
          <p:cNvPr id="56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神愛世人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2743200"/>
            <a:ext cx="9875521" cy="1371600"/>
          </a:xfrm>
          <a:prstGeom prst="rect">
            <a:avLst/>
          </a:prstGeom>
        </p:spPr>
        <p:txBody>
          <a:bodyPr/>
          <a:lstStyle/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37" y="2128837"/>
            <a:ext cx="8523459" cy="4721233"/>
            <a:chOff x="-2" y="-2"/>
            <a:chExt cx="8523458" cy="4721232"/>
          </a:xfrm>
        </p:grpSpPr>
        <p:grpSp>
          <p:nvGrpSpPr>
            <p:cNvPr id="7" name="Group 5"/>
            <p:cNvGrpSpPr/>
            <p:nvPr/>
          </p:nvGrpSpPr>
          <p:grpSpPr>
            <a:xfrm>
              <a:off x="-3" y="1411286"/>
              <a:ext cx="8523459" cy="3309944"/>
              <a:chOff x="-1" y="-1"/>
              <a:chExt cx="8523457" cy="3309943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2" y="657225"/>
                <a:ext cx="6099979" cy="26527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9" y="700087"/>
                <a:ext cx="2664774" cy="1287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7" y="1771651"/>
                <a:ext cx="6030130" cy="15382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827"/>
                  </a:gs>
                  <a:gs pos="100000">
                    <a:srgbClr val="0B0F14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7" y="-2"/>
                <a:ext cx="6364550" cy="33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B0F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7" y="138112"/>
                <a:ext cx="2641491" cy="855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C2A"/>
                  </a:gs>
                  <a:gs pos="100000">
                    <a:srgbClr val="0B0F14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3"/>
              <a:ext cx="3862755" cy="243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F172A"/>
                </a:gs>
                <a:gs pos="100000">
                  <a:srgbClr val="0B0F14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8FAFC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主復活（1）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主在墳墓安睡</a:t>
            </a:r>
          </a:p>
          <a:p>
            <a:r>
              <a:t>耶穌我救主</a:t>
            </a:r>
          </a:p>
          <a:p>
            <a:r>
              <a:t>等待復活日來</a:t>
            </a:r>
          </a:p>
          <a:p>
            <a:r>
              <a:t>耶穌我主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主從墳墓裡復活</a:t>
            </a:r>
          </a:p>
          <a:p>
            <a:r>
              <a:t>得勝一切仇敵與罪惡</a:t>
            </a:r>
          </a:p>
          <a:p>
            <a:r>
              <a:t>主耶穌復活 得勝黑暗君王</a:t>
            </a:r>
          </a:p>
          <a:p>
            <a:r>
              <a:t>彼此永遠與聖徒一同做王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主復活 主復活</a:t>
            </a:r>
          </a:p>
          <a:p>
            <a:r>
              <a:t>哈利路亞 主復活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兵丁守墓無用</a:t>
            </a:r>
          </a:p>
          <a:p>
            <a:r>
              <a:t>耶穌我救主</a:t>
            </a:r>
          </a:p>
          <a:p>
            <a:r>
              <a:t>封石也歸虛空</a:t>
            </a:r>
          </a:p>
          <a:p>
            <a:r>
              <a:t>耶穌我主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主從墳墓裡復活</a:t>
            </a:r>
          </a:p>
          <a:p>
            <a:r>
              <a:t>得勝一切仇敵與罪惡</a:t>
            </a:r>
          </a:p>
          <a:p>
            <a:r>
              <a:t>主耶穌復活 得勝黑暗君王</a:t>
            </a:r>
          </a:p>
          <a:p>
            <a:r>
              <a:t>彼此永遠與聖徒一同做王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主復活 主復活</a:t>
            </a:r>
          </a:p>
          <a:p>
            <a:r>
              <a:t>哈利路亞 主復活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死權不能困主</a:t>
            </a:r>
          </a:p>
          <a:p>
            <a:r>
              <a:t>耶穌我救主</a:t>
            </a:r>
          </a:p>
          <a:p>
            <a:r>
              <a:t>因已被主得勝</a:t>
            </a:r>
          </a:p>
          <a:p>
            <a:r>
              <a:t>耶穌我主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主從墳墓裡復活</a:t>
            </a:r>
          </a:p>
          <a:p>
            <a:r>
              <a:t>得勝一切仇敵與罪惡</a:t>
            </a:r>
          </a:p>
          <a:p>
            <a:r>
              <a:t>主耶穌復活 得勝黑暗君王</a:t>
            </a:r>
          </a:p>
          <a:p>
            <a:r>
              <a:t>彼此永遠與聖徒一同做王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主復活 主復活</a:t>
            </a:r>
          </a:p>
          <a:p>
            <a:r>
              <a:t>哈利路亞 主復活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B0F14"/>
      </a:dk1>
      <a:lt1>
        <a:srgbClr val="0B0F14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