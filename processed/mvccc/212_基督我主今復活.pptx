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基督我主今復活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基督我主今復活哈利路亞</a:t>
            </a:r>
          </a:p>
          <a:p>
            <a:r>
              <a:t>天人一致同歡欣哈利路亞</a:t>
            </a:r>
          </a:p>
          <a:p>
            <a:r>
              <a:t>高聲歌頌讚主名哈利路亞</a:t>
            </a:r>
          </a:p>
          <a:p>
            <a:r>
              <a:t>天唱地合齊響應哈利路亞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榮耀君王今復活哈利路亞</a:t>
            </a:r>
          </a:p>
          <a:p>
            <a:r>
              <a:t>祂曾捨命為救我哈利路亞</a:t>
            </a:r>
          </a:p>
          <a:p>
            <a:r>
              <a:t>死亡毒鉤今何在哈利路亞</a:t>
            </a:r>
          </a:p>
          <a:p>
            <a:r>
              <a:t>你所誇墳墓何歸哈利路亞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愛之救贖已完成哈利路亞</a:t>
            </a:r>
          </a:p>
          <a:p>
            <a:r>
              <a:t>與敵爭戰主得勝哈利路亞</a:t>
            </a:r>
          </a:p>
          <a:p>
            <a:r>
              <a:t>墓石守兵均徒然哈利路亞</a:t>
            </a:r>
          </a:p>
          <a:p>
            <a:r>
              <a:t>基督衝開死亡門哈利路亞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高唱讚美天上神哈利路亞</a:t>
            </a:r>
          </a:p>
          <a:p>
            <a:r>
              <a:t>頌祂慈愛到永恆哈利路亞</a:t>
            </a:r>
          </a:p>
          <a:p>
            <a:r>
              <a:t>讚美至高天上君哈利路亞</a:t>
            </a:r>
          </a:p>
          <a:p>
            <a:r>
              <a:t>聖父聖子與聖靈哈利路亞</a:t>
            </a:r>
          </a:p>
          <a:p>
            <a:r>
              <a:t>阿門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