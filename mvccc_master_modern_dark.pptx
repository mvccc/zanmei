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56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神愛世人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2743200"/>
            <a:ext cx="9875521" cy="1371600"/>
          </a:xfrm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