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60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8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1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914400"/>
            <a:ext cx="11379200" cy="5353699"/>
          </a:xfrm>
          <a:prstGeom prst="rect">
            <a:avLst/>
          </a:prstGeom>
        </p:spPr>
        <p:txBody>
          <a:bodyPr/>
          <a:lstStyle>
            <a:lvl1pPr algn="ctr">
              <a:defRPr sz="76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F6C453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6C453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