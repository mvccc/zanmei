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3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p:sldLayout xmlns:a="http://schemas.openxmlformats.org/drawingml/2006/main" xmlns:p="http://schemas.openxmlformats.org/presentationml/2006/main" type="tx" showMasterSp="1" showMasterPhAnim="1">
  <p:cSld name="teach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信息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56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信息</a:t>
            </a:r>
          </a:p>
        </p:txBody>
      </p:sp>
      <p:sp>
        <p:nvSpPr>
          <p:cNvPr id="56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 algn="ctr">
              <a:defRPr sz="36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</a:t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2743200"/>
            <a:ext cx="9875521" cy="1371600"/>
          </a:xfrm>
          <a:prstGeom prst="rect">
            <a:avLst/>
          </a:prstGeom>
        </p:spPr>
        <p:txBody>
          <a:bodyPr/>
          <a:lstStyle/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>
            <a:lvl1pPr algn="ctr">
              <a:defRPr sz="72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