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p="http://schemas.openxmlformats.org/presentationml/2006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 algn="l">
              <a:spcBef>
                <a:spcPts val="400"/>
              </a:spcBef>
              <a:defRPr sz="7200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 algn="l"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  <a:xfrm>
            <a:off x="406400" y="2286000"/>
            <a:ext cx="11379200" cy="4267200"/>
          </a:xfr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60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8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1800000"/>
            <a:ext cx="9875521" cy="3200000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 b="1" sz="8000">
                <a:latin typeface="Helvetica Neue"/>
                <a:ea typeface="Helvetica Neue"/>
                <a:cs typeface="Helvetica Neue"/>
                <a:sym typeface="Helvetica Neue"/>
              </a:defRPr>
            </a:lvl2pPr>
          </a:lstStyle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914400"/>
            <a:ext cx="11379200" cy="5353699"/>
          </a:xfrm>
          <a:prstGeom prst="rect">
            <a:avLst/>
          </a:prstGeom>
        </p:spPr>
        <p:txBody>
          <a:bodyPr/>
          <a:lstStyle>
            <a:lvl1pPr algn="ctr">
              <a:defRPr sz="76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theme" Target="../theme/theme1.xml" /><ns0:Relationship Id="rId3" Type="http://schemas.openxmlformats.org/officeDocument/2006/relationships/slideLayout" Target="../slideLayouts/slideLayout1.xml" /><ns0:Relationship Id="rId4" Type="http://schemas.openxmlformats.org/officeDocument/2006/relationships/slideLayout" Target="../slideLayouts/slideLayout2.xml" /><ns0:Relationship Id="rId5" Type="http://schemas.openxmlformats.org/officeDocument/2006/relationships/slideLayout" Target="../slideLayouts/slideLayout3.xml" /><ns0:Relationship Id="rId6" Type="http://schemas.openxmlformats.org/officeDocument/2006/relationships/slideLayout" Target="../slideLayouts/slideLayout4.xml" /><ns0:Relationship Id="rId7" Type="http://schemas.openxmlformats.org/officeDocument/2006/relationships/slideLayout" Target="../slideLayouts/slideLayout5.xml" /><ns0:Relationship Id="rId8" Type="http://schemas.openxmlformats.org/officeDocument/2006/relationships/slideLayout" Target="../slideLayouts/slideLayout6.xml" /><ns0:Relationship Id="rId9" Type="http://schemas.openxmlformats.org/officeDocument/2006/relationships/slideLayout" Target="../slideLayouts/slideLayout7.xml" /><ns0:Relationship Id="rId10" Type="http://schemas.openxmlformats.org/officeDocument/2006/relationships/slideLayout" Target="../slideLayouts/slideLayout8.xml" /><ns0:Relationship Id="rId11" Type="http://schemas.openxmlformats.org/officeDocument/2006/relationships/slideLayout" Target="../slideLayouts/slideLayout9.xml" /><ns0:Relationship Id="rId12" Type="http://schemas.openxmlformats.org/officeDocument/2006/relationships/slideLayout" Target="../slideLayouts/slideLayout10.xml" /><ns0:Relationship Id="rId13" Type="http://schemas.openxmlformats.org/officeDocument/2006/relationships/image" Target="../media/image2.jpeg" /></ns0:Relationships>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blipFill dpi="0" rotWithShape="1">
          <a:blip r:embed="rId1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2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10064F"/>
      </a:dk1>
      <a:lt1>
        <a:srgbClr val="10064F"/>
      </a:lt1>
      <a:dk2>
        <a:srgbClr val="FFFFFF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FFFFF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0064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FFFFFF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FFFFF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0064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