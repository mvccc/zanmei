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image" Target="../media/image2.jpeg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blipFill dpi="0" rotWithShape="1">
          <a:blip xmlns:r="http://schemas.openxmlformats.org/officeDocument/2006/relationships" r:embed="rId1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10064F"/>
      </a:dk1>
      <a:lt1>
        <a:srgbClr val="10064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